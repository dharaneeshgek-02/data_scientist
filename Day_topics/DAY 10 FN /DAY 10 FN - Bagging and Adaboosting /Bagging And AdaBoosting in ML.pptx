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Inria Serif"/>
      <p:regular r:id="rId16"/>
      <p:bold r:id="rId17"/>
      <p:italic r:id="rId18"/>
      <p:boldItalic r:id="rId19"/>
    </p:embeddedFont>
    <p:embeddedFont>
      <p:font typeface="DM Serif Display"/>
      <p:regular r:id="rId20"/>
      <p: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i3iNJLL//wLRAXZj6vMpZTlHV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erifDisplay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DMSerifDisplay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riaSerif-bold.fntdata"/><Relationship Id="rId16" Type="http://schemas.openxmlformats.org/officeDocument/2006/relationships/font" Target="fonts/InriaSerif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riaSerif-boldItalic.fntdata"/><Relationship Id="rId6" Type="http://schemas.openxmlformats.org/officeDocument/2006/relationships/slide" Target="slides/slide1.xml"/><Relationship Id="rId18" Type="http://schemas.openxmlformats.org/officeDocument/2006/relationships/font" Target="fonts/Inria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963c683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963c6831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95f39b62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95f39b62b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95f39b62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95f39b62b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95f39b62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995f39b62b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95f39b62b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95f39b62b_1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95f39b62b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995f39b62b_1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95f39b62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995f39b62b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86" y="5983945"/>
            <a:ext cx="2264155" cy="4303017"/>
            <a:chOff x="2631440" y="63500"/>
            <a:chExt cx="2264156" cy="4303014"/>
          </a:xfrm>
        </p:grpSpPr>
        <p:sp>
          <p:nvSpPr>
            <p:cNvPr id="85" name="Google Shape;85;p1"/>
            <p:cNvSpPr/>
            <p:nvPr/>
          </p:nvSpPr>
          <p:spPr>
            <a:xfrm>
              <a:off x="2812034" y="2980944"/>
              <a:ext cx="248285" cy="1385570"/>
            </a:xfrm>
            <a:custGeom>
              <a:rect b="b" l="l" r="r" t="t"/>
              <a:pathLst>
                <a:path extrusionOk="0" h="1385570" w="248285">
                  <a:moveTo>
                    <a:pt x="117983" y="0"/>
                  </a:moveTo>
                  <a:cubicBezTo>
                    <a:pt x="0" y="402082"/>
                    <a:pt x="25400" y="857250"/>
                    <a:pt x="197358" y="1385570"/>
                  </a:cubicBezTo>
                  <a:lnTo>
                    <a:pt x="248285" y="1385570"/>
                  </a:lnTo>
                  <a:cubicBezTo>
                    <a:pt x="74041" y="860171"/>
                    <a:pt x="46736" y="408686"/>
                    <a:pt x="163068" y="12446"/>
                  </a:cubicBezTo>
                  <a:lnTo>
                    <a:pt x="117983" y="0"/>
                  </a:ln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2724785" y="2145284"/>
              <a:ext cx="407289" cy="941324"/>
            </a:xfrm>
            <a:custGeom>
              <a:rect b="b" l="l" r="r" t="t"/>
              <a:pathLst>
                <a:path extrusionOk="0" h="941324" w="407289">
                  <a:moveTo>
                    <a:pt x="180340" y="941324"/>
                  </a:moveTo>
                  <a:cubicBezTo>
                    <a:pt x="132080" y="902462"/>
                    <a:pt x="93218" y="854329"/>
                    <a:pt x="65278" y="799973"/>
                  </a:cubicBezTo>
                  <a:cubicBezTo>
                    <a:pt x="0" y="671068"/>
                    <a:pt x="3048" y="515747"/>
                    <a:pt x="46609" y="377444"/>
                  </a:cubicBezTo>
                  <a:cubicBezTo>
                    <a:pt x="90170" y="240792"/>
                    <a:pt x="169418" y="117983"/>
                    <a:pt x="253365" y="0"/>
                  </a:cubicBezTo>
                  <a:cubicBezTo>
                    <a:pt x="273558" y="55880"/>
                    <a:pt x="293751" y="110236"/>
                    <a:pt x="312420" y="166243"/>
                  </a:cubicBezTo>
                  <a:cubicBezTo>
                    <a:pt x="342011" y="248539"/>
                    <a:pt x="371475" y="330835"/>
                    <a:pt x="382397" y="416306"/>
                  </a:cubicBezTo>
                  <a:cubicBezTo>
                    <a:pt x="407289" y="599567"/>
                    <a:pt x="340360" y="793750"/>
                    <a:pt x="180340" y="941324"/>
                  </a:cubicBezTo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926969" y="3004312"/>
              <a:ext cx="786765" cy="608838"/>
            </a:xfrm>
            <a:custGeom>
              <a:rect b="b" l="l" r="r" t="t"/>
              <a:pathLst>
                <a:path extrusionOk="0" h="608838" w="786765">
                  <a:moveTo>
                    <a:pt x="10922" y="608838"/>
                  </a:moveTo>
                  <a:cubicBezTo>
                    <a:pt x="0" y="551307"/>
                    <a:pt x="34290" y="495427"/>
                    <a:pt x="68453" y="447294"/>
                  </a:cubicBezTo>
                  <a:cubicBezTo>
                    <a:pt x="105791" y="395986"/>
                    <a:pt x="147701" y="346329"/>
                    <a:pt x="197485" y="304419"/>
                  </a:cubicBezTo>
                  <a:cubicBezTo>
                    <a:pt x="261239" y="251587"/>
                    <a:pt x="337439" y="214376"/>
                    <a:pt x="413639" y="177038"/>
                  </a:cubicBezTo>
                  <a:cubicBezTo>
                    <a:pt x="534924" y="117983"/>
                    <a:pt x="657733" y="58928"/>
                    <a:pt x="779018" y="0"/>
                  </a:cubicBezTo>
                  <a:cubicBezTo>
                    <a:pt x="786765" y="66802"/>
                    <a:pt x="765048" y="135128"/>
                    <a:pt x="729234" y="194183"/>
                  </a:cubicBezTo>
                  <a:cubicBezTo>
                    <a:pt x="695071" y="253238"/>
                    <a:pt x="646811" y="302895"/>
                    <a:pt x="600202" y="351028"/>
                  </a:cubicBezTo>
                  <a:cubicBezTo>
                    <a:pt x="537972" y="417830"/>
                    <a:pt x="472694" y="484632"/>
                    <a:pt x="391922" y="526542"/>
                  </a:cubicBezTo>
                  <a:cubicBezTo>
                    <a:pt x="272161" y="590169"/>
                    <a:pt x="129159" y="590169"/>
                    <a:pt x="11049" y="608838"/>
                  </a:cubicBezTo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631567" y="3312160"/>
              <a:ext cx="229997" cy="307213"/>
            </a:xfrm>
            <a:custGeom>
              <a:rect b="b" l="l" r="r" t="t"/>
              <a:pathLst>
                <a:path extrusionOk="0" h="307213" w="229997">
                  <a:moveTo>
                    <a:pt x="0" y="0"/>
                  </a:moveTo>
                  <a:lnTo>
                    <a:pt x="0" y="248158"/>
                  </a:lnTo>
                  <a:lnTo>
                    <a:pt x="0" y="248158"/>
                  </a:lnTo>
                  <a:cubicBezTo>
                    <a:pt x="87757" y="265557"/>
                    <a:pt x="168402" y="282575"/>
                    <a:pt x="229997" y="307213"/>
                  </a:cubicBezTo>
                  <a:cubicBezTo>
                    <a:pt x="196723" y="179832"/>
                    <a:pt x="112014" y="68580"/>
                    <a:pt x="0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3125851" y="3480943"/>
              <a:ext cx="950087" cy="885444"/>
            </a:xfrm>
            <a:custGeom>
              <a:rect b="b" l="l" r="r" t="t"/>
              <a:pathLst>
                <a:path extrusionOk="0" h="885444" w="950087">
                  <a:moveTo>
                    <a:pt x="934466" y="127"/>
                  </a:moveTo>
                  <a:cubicBezTo>
                    <a:pt x="898652" y="96393"/>
                    <a:pt x="811657" y="166370"/>
                    <a:pt x="719963" y="214503"/>
                  </a:cubicBezTo>
                  <a:cubicBezTo>
                    <a:pt x="626618" y="262636"/>
                    <a:pt x="527177" y="293751"/>
                    <a:pt x="437007" y="344932"/>
                  </a:cubicBezTo>
                  <a:cubicBezTo>
                    <a:pt x="264414" y="442849"/>
                    <a:pt x="136906" y="608965"/>
                    <a:pt x="43688" y="784479"/>
                  </a:cubicBezTo>
                  <a:cubicBezTo>
                    <a:pt x="26543" y="816610"/>
                    <a:pt x="10033" y="850392"/>
                    <a:pt x="0" y="885444"/>
                  </a:cubicBezTo>
                  <a:lnTo>
                    <a:pt x="306451" y="885444"/>
                  </a:lnTo>
                  <a:cubicBezTo>
                    <a:pt x="419862" y="803529"/>
                    <a:pt x="527177" y="724408"/>
                    <a:pt x="628269" y="636905"/>
                  </a:cubicBezTo>
                  <a:cubicBezTo>
                    <a:pt x="710692" y="567055"/>
                    <a:pt x="789940" y="490855"/>
                    <a:pt x="845947" y="397637"/>
                  </a:cubicBezTo>
                  <a:cubicBezTo>
                    <a:pt x="917448" y="279527"/>
                    <a:pt x="950087" y="136652"/>
                    <a:pt x="934593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2631567" y="4125976"/>
              <a:ext cx="352044" cy="240538"/>
            </a:xfrm>
            <a:custGeom>
              <a:rect b="b" l="l" r="r" t="t"/>
              <a:pathLst>
                <a:path extrusionOk="0" h="240538" w="352044">
                  <a:moveTo>
                    <a:pt x="0" y="0"/>
                  </a:moveTo>
                  <a:lnTo>
                    <a:pt x="0" y="240538"/>
                  </a:lnTo>
                  <a:lnTo>
                    <a:pt x="352044" y="240538"/>
                  </a:lnTo>
                  <a:cubicBezTo>
                    <a:pt x="304800" y="187833"/>
                    <a:pt x="249936" y="141351"/>
                    <a:pt x="191262" y="102235"/>
                  </a:cubicBezTo>
                  <a:cubicBezTo>
                    <a:pt x="131064" y="62103"/>
                    <a:pt x="66802" y="28702"/>
                    <a:pt x="127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94937" y="3951732"/>
              <a:ext cx="280543" cy="414782"/>
            </a:xfrm>
            <a:custGeom>
              <a:rect b="b" l="l" r="r" t="t"/>
              <a:pathLst>
                <a:path extrusionOk="0" h="414782" w="280543">
                  <a:moveTo>
                    <a:pt x="275844" y="0"/>
                  </a:moveTo>
                  <a:cubicBezTo>
                    <a:pt x="241681" y="43434"/>
                    <a:pt x="210566" y="91694"/>
                    <a:pt x="185674" y="141351"/>
                  </a:cubicBezTo>
                  <a:cubicBezTo>
                    <a:pt x="153035" y="204978"/>
                    <a:pt x="128143" y="273431"/>
                    <a:pt x="84582" y="330835"/>
                  </a:cubicBezTo>
                  <a:cubicBezTo>
                    <a:pt x="60071" y="362077"/>
                    <a:pt x="30734" y="389255"/>
                    <a:pt x="0" y="414782"/>
                  </a:cubicBezTo>
                  <a:lnTo>
                    <a:pt x="145034" y="414782"/>
                  </a:lnTo>
                  <a:cubicBezTo>
                    <a:pt x="146558" y="406019"/>
                    <a:pt x="148209" y="397129"/>
                    <a:pt x="149860" y="388366"/>
                  </a:cubicBezTo>
                  <a:cubicBezTo>
                    <a:pt x="167005" y="292100"/>
                    <a:pt x="199644" y="198882"/>
                    <a:pt x="243205" y="111887"/>
                  </a:cubicBezTo>
                  <a:cubicBezTo>
                    <a:pt x="260350" y="77724"/>
                    <a:pt x="280543" y="38862"/>
                    <a:pt x="275844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4884166" y="4324604"/>
              <a:ext cx="11430" cy="41910"/>
            </a:xfrm>
            <a:custGeom>
              <a:rect b="b" l="l" r="r" t="t"/>
              <a:pathLst>
                <a:path extrusionOk="0" h="41910" w="11430">
                  <a:moveTo>
                    <a:pt x="1778" y="0"/>
                  </a:moveTo>
                  <a:cubicBezTo>
                    <a:pt x="2667" y="14097"/>
                    <a:pt x="2032" y="28194"/>
                    <a:pt x="0" y="41910"/>
                  </a:cubicBezTo>
                  <a:lnTo>
                    <a:pt x="11430" y="41910"/>
                  </a:lnTo>
                  <a:cubicBezTo>
                    <a:pt x="8382" y="27940"/>
                    <a:pt x="5080" y="13843"/>
                    <a:pt x="1778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2631440" y="574802"/>
              <a:ext cx="766953" cy="331978"/>
            </a:xfrm>
            <a:custGeom>
              <a:rect b="b" l="l" r="r" t="t"/>
              <a:pathLst>
                <a:path extrusionOk="0" h="331978" w="766953">
                  <a:moveTo>
                    <a:pt x="752983" y="0"/>
                  </a:moveTo>
                  <a:cubicBezTo>
                    <a:pt x="751713" y="0"/>
                    <a:pt x="750443" y="127"/>
                    <a:pt x="749046" y="508"/>
                  </a:cubicBezTo>
                  <a:cubicBezTo>
                    <a:pt x="479933" y="77470"/>
                    <a:pt x="230251" y="177292"/>
                    <a:pt x="0" y="299974"/>
                  </a:cubicBezTo>
                  <a:lnTo>
                    <a:pt x="0" y="299974"/>
                  </a:lnTo>
                  <a:lnTo>
                    <a:pt x="0" y="331978"/>
                  </a:lnTo>
                  <a:lnTo>
                    <a:pt x="0" y="331978"/>
                  </a:lnTo>
                  <a:cubicBezTo>
                    <a:pt x="232156" y="206883"/>
                    <a:pt x="484378" y="105410"/>
                    <a:pt x="756666" y="27559"/>
                  </a:cubicBezTo>
                  <a:cubicBezTo>
                    <a:pt x="761873" y="26035"/>
                    <a:pt x="765556" y="21844"/>
                    <a:pt x="766572" y="16891"/>
                  </a:cubicBezTo>
                  <a:cubicBezTo>
                    <a:pt x="766953" y="14732"/>
                    <a:pt x="766953" y="12446"/>
                    <a:pt x="766318" y="10160"/>
                  </a:cubicBezTo>
                  <a:cubicBezTo>
                    <a:pt x="764540" y="3937"/>
                    <a:pt x="758952" y="0"/>
                    <a:pt x="752729" y="0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2637155" y="63500"/>
              <a:ext cx="441833" cy="810133"/>
            </a:xfrm>
            <a:custGeom>
              <a:rect b="b" l="l" r="r" t="t"/>
              <a:pathLst>
                <a:path extrusionOk="0" h="810133" w="441833">
                  <a:moveTo>
                    <a:pt x="344170" y="0"/>
                  </a:moveTo>
                  <a:cubicBezTo>
                    <a:pt x="342392" y="0"/>
                    <a:pt x="340741" y="0"/>
                    <a:pt x="338963" y="127"/>
                  </a:cubicBezTo>
                  <a:cubicBezTo>
                    <a:pt x="338582" y="127"/>
                    <a:pt x="338328" y="127"/>
                    <a:pt x="337947" y="127"/>
                  </a:cubicBezTo>
                  <a:cubicBezTo>
                    <a:pt x="319024" y="127"/>
                    <a:pt x="287020" y="13462"/>
                    <a:pt x="241554" y="40005"/>
                  </a:cubicBezTo>
                  <a:cubicBezTo>
                    <a:pt x="218694" y="56007"/>
                    <a:pt x="200279" y="75438"/>
                    <a:pt x="186436" y="98298"/>
                  </a:cubicBezTo>
                  <a:cubicBezTo>
                    <a:pt x="173228" y="118110"/>
                    <a:pt x="151130" y="164338"/>
                    <a:pt x="120142" y="236982"/>
                  </a:cubicBezTo>
                  <a:cubicBezTo>
                    <a:pt x="95377" y="311023"/>
                    <a:pt x="68199" y="408305"/>
                    <a:pt x="38735" y="528828"/>
                  </a:cubicBezTo>
                  <a:lnTo>
                    <a:pt x="18288" y="659638"/>
                  </a:lnTo>
                  <a:lnTo>
                    <a:pt x="3175" y="718947"/>
                  </a:lnTo>
                  <a:cubicBezTo>
                    <a:pt x="2413" y="722757"/>
                    <a:pt x="1905" y="726821"/>
                    <a:pt x="1651" y="730885"/>
                  </a:cubicBezTo>
                  <a:cubicBezTo>
                    <a:pt x="0" y="748030"/>
                    <a:pt x="7112" y="774446"/>
                    <a:pt x="22987" y="810133"/>
                  </a:cubicBezTo>
                  <a:cubicBezTo>
                    <a:pt x="33020" y="793369"/>
                    <a:pt x="108712" y="715899"/>
                    <a:pt x="250063" y="577977"/>
                  </a:cubicBezTo>
                  <a:cubicBezTo>
                    <a:pt x="263906" y="563499"/>
                    <a:pt x="279019" y="545465"/>
                    <a:pt x="295529" y="523748"/>
                  </a:cubicBezTo>
                  <a:cubicBezTo>
                    <a:pt x="303530" y="513334"/>
                    <a:pt x="313309" y="498348"/>
                    <a:pt x="324866" y="478790"/>
                  </a:cubicBezTo>
                  <a:cubicBezTo>
                    <a:pt x="361442" y="406908"/>
                    <a:pt x="387731" y="358521"/>
                    <a:pt x="403606" y="333629"/>
                  </a:cubicBezTo>
                  <a:cubicBezTo>
                    <a:pt x="415671" y="308737"/>
                    <a:pt x="424688" y="283464"/>
                    <a:pt x="430657" y="257937"/>
                  </a:cubicBezTo>
                  <a:lnTo>
                    <a:pt x="432816" y="248412"/>
                  </a:lnTo>
                  <a:cubicBezTo>
                    <a:pt x="440690" y="209931"/>
                    <a:pt x="441833" y="170942"/>
                    <a:pt x="436118" y="131191"/>
                  </a:cubicBezTo>
                  <a:cubicBezTo>
                    <a:pt x="430149" y="86106"/>
                    <a:pt x="417830" y="51054"/>
                    <a:pt x="399415" y="26289"/>
                  </a:cubicBezTo>
                  <a:cubicBezTo>
                    <a:pt x="383286" y="10922"/>
                    <a:pt x="372491" y="3302"/>
                    <a:pt x="367157" y="3302"/>
                  </a:cubicBezTo>
                  <a:cubicBezTo>
                    <a:pt x="366903" y="3302"/>
                    <a:pt x="366649" y="3302"/>
                    <a:pt x="366522" y="3302"/>
                  </a:cubicBezTo>
                  <a:cubicBezTo>
                    <a:pt x="359664" y="1143"/>
                    <a:pt x="352171" y="0"/>
                    <a:pt x="344297" y="0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2631567" y="1256792"/>
              <a:ext cx="508889" cy="427863"/>
            </a:xfrm>
            <a:custGeom>
              <a:rect b="b" l="l" r="r" t="t"/>
              <a:pathLst>
                <a:path extrusionOk="0" h="427863" w="508889">
                  <a:moveTo>
                    <a:pt x="0" y="0"/>
                  </a:moveTo>
                  <a:lnTo>
                    <a:pt x="0" y="400558"/>
                  </a:lnTo>
                  <a:lnTo>
                    <a:pt x="206375" y="426466"/>
                  </a:lnTo>
                  <a:cubicBezTo>
                    <a:pt x="224790" y="427355"/>
                    <a:pt x="238506" y="427863"/>
                    <a:pt x="247396" y="427863"/>
                  </a:cubicBezTo>
                  <a:cubicBezTo>
                    <a:pt x="252476" y="427863"/>
                    <a:pt x="255905" y="427736"/>
                    <a:pt x="257810" y="427482"/>
                  </a:cubicBezTo>
                  <a:cubicBezTo>
                    <a:pt x="280162" y="426593"/>
                    <a:pt x="301879" y="423799"/>
                    <a:pt x="322961" y="419227"/>
                  </a:cubicBezTo>
                  <a:cubicBezTo>
                    <a:pt x="379603" y="404114"/>
                    <a:pt x="418338" y="386461"/>
                    <a:pt x="438912" y="366268"/>
                  </a:cubicBezTo>
                  <a:cubicBezTo>
                    <a:pt x="464820" y="344805"/>
                    <a:pt x="483108" y="318262"/>
                    <a:pt x="493903" y="286766"/>
                  </a:cubicBezTo>
                  <a:lnTo>
                    <a:pt x="500634" y="262128"/>
                  </a:lnTo>
                  <a:cubicBezTo>
                    <a:pt x="508889" y="232918"/>
                    <a:pt x="506984" y="204597"/>
                    <a:pt x="495046" y="177038"/>
                  </a:cubicBezTo>
                  <a:cubicBezTo>
                    <a:pt x="488442" y="163449"/>
                    <a:pt x="478790" y="150241"/>
                    <a:pt x="465963" y="137287"/>
                  </a:cubicBezTo>
                  <a:lnTo>
                    <a:pt x="444373" y="118237"/>
                  </a:lnTo>
                  <a:cubicBezTo>
                    <a:pt x="364363" y="59817"/>
                    <a:pt x="266827" y="23876"/>
                    <a:pt x="151638" y="10541"/>
                  </a:cubicBezTo>
                  <a:cubicBezTo>
                    <a:pt x="105918" y="4699"/>
                    <a:pt x="55372" y="1143"/>
                    <a:pt x="127" y="0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2631567" y="927227"/>
              <a:ext cx="1035304" cy="423545"/>
            </a:xfrm>
            <a:custGeom>
              <a:rect b="b" l="l" r="r" t="t"/>
              <a:pathLst>
                <a:path extrusionOk="0" h="423545" w="1035304">
                  <a:moveTo>
                    <a:pt x="252349" y="0"/>
                  </a:moveTo>
                  <a:cubicBezTo>
                    <a:pt x="186817" y="762"/>
                    <a:pt x="102616" y="7239"/>
                    <a:pt x="0" y="19558"/>
                  </a:cubicBezTo>
                  <a:lnTo>
                    <a:pt x="0" y="19558"/>
                  </a:lnTo>
                  <a:lnTo>
                    <a:pt x="0" y="151892"/>
                  </a:lnTo>
                  <a:lnTo>
                    <a:pt x="0" y="151892"/>
                  </a:lnTo>
                  <a:cubicBezTo>
                    <a:pt x="1524" y="153289"/>
                    <a:pt x="2921" y="154686"/>
                    <a:pt x="4445" y="155956"/>
                  </a:cubicBezTo>
                  <a:cubicBezTo>
                    <a:pt x="64008" y="203073"/>
                    <a:pt x="120015" y="241554"/>
                    <a:pt x="172212" y="271272"/>
                  </a:cubicBezTo>
                  <a:cubicBezTo>
                    <a:pt x="184023" y="278511"/>
                    <a:pt x="239776" y="304546"/>
                    <a:pt x="339217" y="349250"/>
                  </a:cubicBezTo>
                  <a:cubicBezTo>
                    <a:pt x="354838" y="355981"/>
                    <a:pt x="371094" y="362204"/>
                    <a:pt x="387858" y="368173"/>
                  </a:cubicBezTo>
                  <a:cubicBezTo>
                    <a:pt x="438150" y="385953"/>
                    <a:pt x="493522" y="400431"/>
                    <a:pt x="553847" y="411480"/>
                  </a:cubicBezTo>
                  <a:cubicBezTo>
                    <a:pt x="604139" y="419481"/>
                    <a:pt x="651510" y="423545"/>
                    <a:pt x="696214" y="423545"/>
                  </a:cubicBezTo>
                  <a:cubicBezTo>
                    <a:pt x="762000" y="423545"/>
                    <a:pt x="821690" y="414909"/>
                    <a:pt x="875411" y="397510"/>
                  </a:cubicBezTo>
                  <a:cubicBezTo>
                    <a:pt x="962152" y="362712"/>
                    <a:pt x="1013333" y="310896"/>
                    <a:pt x="1028827" y="241935"/>
                  </a:cubicBezTo>
                  <a:lnTo>
                    <a:pt x="1029970" y="236982"/>
                  </a:lnTo>
                  <a:cubicBezTo>
                    <a:pt x="1035304" y="207518"/>
                    <a:pt x="1033907" y="186690"/>
                    <a:pt x="1026033" y="174371"/>
                  </a:cubicBezTo>
                  <a:cubicBezTo>
                    <a:pt x="1025525" y="171450"/>
                    <a:pt x="1018286" y="162687"/>
                    <a:pt x="1004061" y="148336"/>
                  </a:cubicBezTo>
                  <a:cubicBezTo>
                    <a:pt x="991361" y="136906"/>
                    <a:pt x="974725" y="125603"/>
                    <a:pt x="954151" y="114554"/>
                  </a:cubicBezTo>
                  <a:cubicBezTo>
                    <a:pt x="940180" y="103251"/>
                    <a:pt x="887095" y="84963"/>
                    <a:pt x="795020" y="59563"/>
                  </a:cubicBezTo>
                  <a:cubicBezTo>
                    <a:pt x="735329" y="46482"/>
                    <a:pt x="685419" y="36195"/>
                    <a:pt x="645286" y="28702"/>
                  </a:cubicBezTo>
                  <a:cubicBezTo>
                    <a:pt x="605154" y="21209"/>
                    <a:pt x="574929" y="16764"/>
                    <a:pt x="554482" y="14986"/>
                  </a:cubicBezTo>
                  <a:cubicBezTo>
                    <a:pt x="421132" y="6477"/>
                    <a:pt x="320294" y="1524"/>
                    <a:pt x="252095" y="0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2958846" y="328676"/>
              <a:ext cx="930021" cy="480060"/>
            </a:xfrm>
            <a:custGeom>
              <a:rect b="b" l="l" r="r" t="t"/>
              <a:pathLst>
                <a:path extrusionOk="0" h="480060" w="930021">
                  <a:moveTo>
                    <a:pt x="687197" y="0"/>
                  </a:moveTo>
                  <a:cubicBezTo>
                    <a:pt x="684276" y="0"/>
                    <a:pt x="681609" y="127"/>
                    <a:pt x="679323" y="254"/>
                  </a:cubicBezTo>
                  <a:cubicBezTo>
                    <a:pt x="664972" y="762"/>
                    <a:pt x="649478" y="2540"/>
                    <a:pt x="633095" y="5715"/>
                  </a:cubicBezTo>
                  <a:cubicBezTo>
                    <a:pt x="600202" y="11938"/>
                    <a:pt x="563118" y="23114"/>
                    <a:pt x="521970" y="39624"/>
                  </a:cubicBezTo>
                  <a:cubicBezTo>
                    <a:pt x="468757" y="62357"/>
                    <a:pt x="435610" y="77470"/>
                    <a:pt x="422529" y="85090"/>
                  </a:cubicBezTo>
                  <a:lnTo>
                    <a:pt x="159131" y="272034"/>
                  </a:lnTo>
                  <a:cubicBezTo>
                    <a:pt x="70104" y="350266"/>
                    <a:pt x="17145" y="398018"/>
                    <a:pt x="0" y="415163"/>
                  </a:cubicBezTo>
                  <a:cubicBezTo>
                    <a:pt x="44196" y="433324"/>
                    <a:pt x="95123" y="448945"/>
                    <a:pt x="152781" y="461899"/>
                  </a:cubicBezTo>
                  <a:cubicBezTo>
                    <a:pt x="202311" y="469773"/>
                    <a:pt x="249428" y="475107"/>
                    <a:pt x="294132" y="477774"/>
                  </a:cubicBezTo>
                  <a:cubicBezTo>
                    <a:pt x="317754" y="479298"/>
                    <a:pt x="339725" y="480060"/>
                    <a:pt x="359918" y="480060"/>
                  </a:cubicBezTo>
                  <a:cubicBezTo>
                    <a:pt x="376555" y="480060"/>
                    <a:pt x="392049" y="479552"/>
                    <a:pt x="406273" y="478536"/>
                  </a:cubicBezTo>
                  <a:cubicBezTo>
                    <a:pt x="493649" y="467741"/>
                    <a:pt x="549148" y="459105"/>
                    <a:pt x="572769" y="452628"/>
                  </a:cubicBezTo>
                  <a:cubicBezTo>
                    <a:pt x="610869" y="444373"/>
                    <a:pt x="645922" y="434848"/>
                    <a:pt x="678053" y="423926"/>
                  </a:cubicBezTo>
                  <a:lnTo>
                    <a:pt x="724154" y="406654"/>
                  </a:lnTo>
                  <a:cubicBezTo>
                    <a:pt x="753364" y="394462"/>
                    <a:pt x="779526" y="380873"/>
                    <a:pt x="802767" y="365887"/>
                  </a:cubicBezTo>
                  <a:cubicBezTo>
                    <a:pt x="819912" y="356108"/>
                    <a:pt x="846201" y="334772"/>
                    <a:pt x="881634" y="301625"/>
                  </a:cubicBezTo>
                  <a:cubicBezTo>
                    <a:pt x="898271" y="284353"/>
                    <a:pt x="910336" y="261620"/>
                    <a:pt x="917956" y="233426"/>
                  </a:cubicBezTo>
                  <a:lnTo>
                    <a:pt x="921385" y="218948"/>
                  </a:lnTo>
                  <a:cubicBezTo>
                    <a:pt x="929259" y="185039"/>
                    <a:pt x="930021" y="157480"/>
                    <a:pt x="923798" y="136271"/>
                  </a:cubicBezTo>
                  <a:cubicBezTo>
                    <a:pt x="912368" y="91567"/>
                    <a:pt x="897890" y="62992"/>
                    <a:pt x="880237" y="50546"/>
                  </a:cubicBezTo>
                  <a:cubicBezTo>
                    <a:pt x="859282" y="32385"/>
                    <a:pt x="828421" y="19177"/>
                    <a:pt x="787654" y="10922"/>
                  </a:cubicBezTo>
                  <a:cubicBezTo>
                    <a:pt x="739775" y="3810"/>
                    <a:pt x="706247" y="254"/>
                    <a:pt x="687069" y="254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"/>
          <p:cNvSpPr/>
          <p:nvPr/>
        </p:nvSpPr>
        <p:spPr>
          <a:xfrm>
            <a:off x="2509590" y="8856326"/>
            <a:ext cx="1444876" cy="1443371"/>
          </a:xfrm>
          <a:custGeom>
            <a:rect b="b" l="l" r="r" t="t"/>
            <a:pathLst>
              <a:path extrusionOk="0" h="1443371" w="1444876">
                <a:moveTo>
                  <a:pt x="0" y="0"/>
                </a:moveTo>
                <a:lnTo>
                  <a:pt x="1444876" y="0"/>
                </a:lnTo>
                <a:lnTo>
                  <a:pt x="1444876" y="1443371"/>
                </a:lnTo>
                <a:lnTo>
                  <a:pt x="0" y="14433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3" y="2993612"/>
            <a:ext cx="18288003" cy="2688971"/>
          </a:xfrm>
          <a:custGeom>
            <a:rect b="b" l="l" r="r" t="t"/>
            <a:pathLst>
              <a:path extrusionOk="0" h="2688971" w="18288000">
                <a:moveTo>
                  <a:pt x="0" y="0"/>
                </a:moveTo>
                <a:lnTo>
                  <a:pt x="0" y="2688971"/>
                </a:lnTo>
                <a:lnTo>
                  <a:pt x="18288000" y="2688971"/>
                </a:lnTo>
                <a:lnTo>
                  <a:pt x="18288000" y="0"/>
                </a:lnTo>
                <a:close/>
              </a:path>
            </a:pathLst>
          </a:custGeom>
          <a:solidFill>
            <a:srgbClr val="F1B6B0"/>
          </a:solid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13369928" y="-2842498"/>
            <a:ext cx="4802734" cy="5660679"/>
          </a:xfrm>
          <a:custGeom>
            <a:rect b="b" l="l" r="r" t="t"/>
            <a:pathLst>
              <a:path extrusionOk="0" h="5660679" w="4802734">
                <a:moveTo>
                  <a:pt x="0" y="0"/>
                </a:moveTo>
                <a:lnTo>
                  <a:pt x="4802734" y="0"/>
                </a:lnTo>
                <a:lnTo>
                  <a:pt x="4802734" y="5660679"/>
                </a:lnTo>
                <a:lnTo>
                  <a:pt x="0" y="5660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1" name="Google Shape;101;p1"/>
          <p:cNvGrpSpPr/>
          <p:nvPr/>
        </p:nvGrpSpPr>
        <p:grpSpPr>
          <a:xfrm>
            <a:off x="-3" y="5524792"/>
            <a:ext cx="2297049" cy="4762249"/>
            <a:chOff x="63500" y="63500"/>
            <a:chExt cx="2297049" cy="4762246"/>
          </a:xfrm>
        </p:grpSpPr>
        <p:sp>
          <p:nvSpPr>
            <p:cNvPr id="102" name="Google Shape;102;p1"/>
            <p:cNvSpPr/>
            <p:nvPr/>
          </p:nvSpPr>
          <p:spPr>
            <a:xfrm>
              <a:off x="63500" y="63500"/>
              <a:ext cx="1308989" cy="4132072"/>
            </a:xfrm>
            <a:custGeom>
              <a:rect b="b" l="l" r="r" t="t"/>
              <a:pathLst>
                <a:path extrusionOk="0" h="4132072" w="1308989">
                  <a:moveTo>
                    <a:pt x="0" y="0"/>
                  </a:moveTo>
                  <a:lnTo>
                    <a:pt x="0" y="4132072"/>
                  </a:lnTo>
                  <a:lnTo>
                    <a:pt x="1308989" y="4132072"/>
                  </a:lnTo>
                  <a:lnTo>
                    <a:pt x="130898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3" name="Google Shape;103;p1"/>
            <p:cNvSpPr/>
            <p:nvPr/>
          </p:nvSpPr>
          <p:spPr>
            <a:xfrm>
              <a:off x="63500" y="2604389"/>
              <a:ext cx="2297049" cy="2221357"/>
            </a:xfrm>
            <a:custGeom>
              <a:rect b="b" l="l" r="r" t="t"/>
              <a:pathLst>
                <a:path extrusionOk="0" h="2221357" w="2297049">
                  <a:moveTo>
                    <a:pt x="0" y="0"/>
                  </a:moveTo>
                  <a:lnTo>
                    <a:pt x="0" y="2221357"/>
                  </a:lnTo>
                  <a:lnTo>
                    <a:pt x="2297049" y="2221357"/>
                  </a:lnTo>
                  <a:lnTo>
                    <a:pt x="229704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04" name="Google Shape;104;p1"/>
          <p:cNvSpPr/>
          <p:nvPr/>
        </p:nvSpPr>
        <p:spPr>
          <a:xfrm>
            <a:off x="2501989" y="8856326"/>
            <a:ext cx="1458722" cy="1430649"/>
          </a:xfrm>
          <a:custGeom>
            <a:rect b="b" l="l" r="r" t="t"/>
            <a:pathLst>
              <a:path extrusionOk="0" h="1430655" w="1458722">
                <a:moveTo>
                  <a:pt x="0" y="0"/>
                </a:moveTo>
                <a:lnTo>
                  <a:pt x="0" y="1430655"/>
                </a:lnTo>
                <a:lnTo>
                  <a:pt x="1458722" y="1430655"/>
                </a:lnTo>
                <a:lnTo>
                  <a:pt x="145872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grpSp>
        <p:nvGrpSpPr>
          <p:cNvPr id="105" name="Google Shape;105;p1"/>
          <p:cNvGrpSpPr/>
          <p:nvPr/>
        </p:nvGrpSpPr>
        <p:grpSpPr>
          <a:xfrm>
            <a:off x="13137267" y="-3"/>
            <a:ext cx="4997444" cy="2762755"/>
            <a:chOff x="63500" y="63500"/>
            <a:chExt cx="4997450" cy="2762758"/>
          </a:xfrm>
        </p:grpSpPr>
        <p:sp>
          <p:nvSpPr>
            <p:cNvPr id="106" name="Google Shape;106;p1"/>
            <p:cNvSpPr/>
            <p:nvPr/>
          </p:nvSpPr>
          <p:spPr>
            <a:xfrm>
              <a:off x="63500" y="63500"/>
              <a:ext cx="4608322" cy="2174748"/>
            </a:xfrm>
            <a:custGeom>
              <a:rect b="b" l="l" r="r" t="t"/>
              <a:pathLst>
                <a:path extrusionOk="0" h="2174748" w="4608322">
                  <a:moveTo>
                    <a:pt x="0" y="0"/>
                  </a:moveTo>
                  <a:lnTo>
                    <a:pt x="0" y="2174748"/>
                  </a:lnTo>
                  <a:lnTo>
                    <a:pt x="4608322" y="2174748"/>
                  </a:lnTo>
                  <a:lnTo>
                    <a:pt x="460832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7" name="Google Shape;107;p1"/>
            <p:cNvSpPr/>
            <p:nvPr/>
          </p:nvSpPr>
          <p:spPr>
            <a:xfrm>
              <a:off x="2694940" y="63500"/>
              <a:ext cx="2366010" cy="2762758"/>
            </a:xfrm>
            <a:custGeom>
              <a:rect b="b" l="l" r="r" t="t"/>
              <a:pathLst>
                <a:path extrusionOk="0" h="2762758" w="2366010">
                  <a:moveTo>
                    <a:pt x="0" y="0"/>
                  </a:moveTo>
                  <a:lnTo>
                    <a:pt x="0" y="2762758"/>
                  </a:lnTo>
                  <a:lnTo>
                    <a:pt x="2366010" y="2762758"/>
                  </a:lnTo>
                  <a:lnTo>
                    <a:pt x="23660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08" name="Google Shape;108;p1"/>
          <p:cNvSpPr txBox="1"/>
          <p:nvPr/>
        </p:nvSpPr>
        <p:spPr>
          <a:xfrm>
            <a:off x="6040432" y="3194113"/>
            <a:ext cx="62070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22" u="none" cap="none" strike="noStrike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Bagging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/>
          <p:nvPr/>
        </p:nvSpPr>
        <p:spPr>
          <a:xfrm>
            <a:off x="3" y="1826516"/>
            <a:ext cx="234428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5681547" y="3"/>
            <a:ext cx="2362587" cy="2712597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-3" y="4272045"/>
            <a:ext cx="3503940" cy="6014983"/>
            <a:chOff x="63500" y="63500"/>
            <a:chExt cx="3503930" cy="6014974"/>
          </a:xfrm>
        </p:grpSpPr>
        <p:sp>
          <p:nvSpPr>
            <p:cNvPr id="117" name="Google Shape;117;p2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8" name="Google Shape;118;p2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9" name="Google Shape;119;p2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20" name="Google Shape;120;p2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1" name="Google Shape;121;p2"/>
          <p:cNvSpPr txBox="1"/>
          <p:nvPr/>
        </p:nvSpPr>
        <p:spPr>
          <a:xfrm>
            <a:off x="3779301" y="2661733"/>
            <a:ext cx="12273334" cy="1669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Bagging is an ensemble learning technique that aims to improve the stability and accuracy of machine learning algorithms by reducing variance and avoiding overfitting.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3779301" y="4909633"/>
            <a:ext cx="10240604" cy="110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The word Bagging stands for Bootstrap Aggregating —  It combines two main ideas: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4182066" y="6595558"/>
            <a:ext cx="11486569" cy="54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1.Bootstrap Sampling (Random Sampling with Replacement)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4106361" y="7157533"/>
            <a:ext cx="6864296" cy="545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2.Aggregation (Averaging or Voting)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3779301" y="316459"/>
            <a:ext cx="4898841" cy="1882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02" u="none" cap="none" strike="noStrike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Bagging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>
            <a:off x="3" y="1826516"/>
            <a:ext cx="1962658" cy="1822578"/>
          </a:xfrm>
          <a:custGeom>
            <a:rect b="b" l="l" r="r" t="t"/>
            <a:pathLst>
              <a:path extrusionOk="0" h="1822578" w="1962658">
                <a:moveTo>
                  <a:pt x="264922" y="55246"/>
                </a:moveTo>
                <a:cubicBezTo>
                  <a:pt x="257810" y="55246"/>
                  <a:pt x="250952" y="57913"/>
                  <a:pt x="245618" y="62739"/>
                </a:cubicBezTo>
                <a:cubicBezTo>
                  <a:pt x="180340" y="122429"/>
                  <a:pt x="84582" y="235332"/>
                  <a:pt x="0" y="358649"/>
                </a:cubicBezTo>
                <a:lnTo>
                  <a:pt x="0" y="358649"/>
                </a:lnTo>
                <a:lnTo>
                  <a:pt x="0" y="917957"/>
                </a:lnTo>
                <a:cubicBezTo>
                  <a:pt x="44069" y="868681"/>
                  <a:pt x="85979" y="813436"/>
                  <a:pt x="125857" y="749428"/>
                </a:cubicBezTo>
                <a:cubicBezTo>
                  <a:pt x="194183" y="639319"/>
                  <a:pt x="290576" y="352172"/>
                  <a:pt x="293624" y="84202"/>
                </a:cubicBezTo>
                <a:cubicBezTo>
                  <a:pt x="293624" y="81281"/>
                  <a:pt x="293243" y="78487"/>
                  <a:pt x="292354" y="75693"/>
                </a:cubicBezTo>
                <a:cubicBezTo>
                  <a:pt x="289560" y="66295"/>
                  <a:pt x="282067" y="58929"/>
                  <a:pt x="272542" y="56262"/>
                </a:cubicBezTo>
                <a:cubicBezTo>
                  <a:pt x="270002" y="55627"/>
                  <a:pt x="267462" y="55246"/>
                  <a:pt x="264922" y="55246"/>
                </a:cubicBezTo>
                <a:close/>
                <a:moveTo>
                  <a:pt x="1019429" y="255"/>
                </a:moveTo>
                <a:cubicBezTo>
                  <a:pt x="1012317" y="255"/>
                  <a:pt x="1005459" y="2922"/>
                  <a:pt x="1000125" y="7748"/>
                </a:cubicBezTo>
                <a:cubicBezTo>
                  <a:pt x="893318" y="105411"/>
                  <a:pt x="692531" y="367031"/>
                  <a:pt x="646557" y="541529"/>
                </a:cubicBezTo>
                <a:cubicBezTo>
                  <a:pt x="610743" y="677292"/>
                  <a:pt x="550672" y="848107"/>
                  <a:pt x="456819" y="943230"/>
                </a:cubicBezTo>
                <a:lnTo>
                  <a:pt x="448437" y="949580"/>
                </a:lnTo>
                <a:cubicBezTo>
                  <a:pt x="303530" y="984378"/>
                  <a:pt x="152400" y="1023494"/>
                  <a:pt x="0" y="1065277"/>
                </a:cubicBezTo>
                <a:lnTo>
                  <a:pt x="0" y="1065277"/>
                </a:lnTo>
                <a:lnTo>
                  <a:pt x="0" y="1124713"/>
                </a:lnTo>
                <a:lnTo>
                  <a:pt x="0" y="1124713"/>
                </a:lnTo>
                <a:cubicBezTo>
                  <a:pt x="157607" y="1081406"/>
                  <a:pt x="313944" y="1040766"/>
                  <a:pt x="463296" y="1004952"/>
                </a:cubicBezTo>
                <a:lnTo>
                  <a:pt x="475234" y="1005714"/>
                </a:lnTo>
                <a:cubicBezTo>
                  <a:pt x="605790" y="1034670"/>
                  <a:pt x="748919" y="1145668"/>
                  <a:pt x="852805" y="1240156"/>
                </a:cubicBezTo>
                <a:cubicBezTo>
                  <a:pt x="986282" y="1361695"/>
                  <a:pt x="1296924" y="1472439"/>
                  <a:pt x="1439672" y="1496696"/>
                </a:cubicBezTo>
                <a:cubicBezTo>
                  <a:pt x="1441323" y="1496950"/>
                  <a:pt x="1442847" y="1497077"/>
                  <a:pt x="1444498" y="1497077"/>
                </a:cubicBezTo>
                <a:cubicBezTo>
                  <a:pt x="1452626" y="1497077"/>
                  <a:pt x="1460500" y="1493648"/>
                  <a:pt x="1465961" y="1487425"/>
                </a:cubicBezTo>
                <a:cubicBezTo>
                  <a:pt x="1472438" y="1480059"/>
                  <a:pt x="1474724" y="1469771"/>
                  <a:pt x="1471930" y="1460246"/>
                </a:cubicBezTo>
                <a:lnTo>
                  <a:pt x="1471930" y="1460246"/>
                </a:lnTo>
                <a:cubicBezTo>
                  <a:pt x="1471168" y="1457580"/>
                  <a:pt x="1469898" y="1454912"/>
                  <a:pt x="1468374" y="1452626"/>
                </a:cubicBezTo>
                <a:cubicBezTo>
                  <a:pt x="1343152" y="1263523"/>
                  <a:pt x="1144143" y="1104646"/>
                  <a:pt x="1043813" y="1057275"/>
                </a:cubicBezTo>
                <a:cubicBezTo>
                  <a:pt x="909447" y="993775"/>
                  <a:pt x="789051" y="969899"/>
                  <a:pt x="664337" y="958596"/>
                </a:cubicBezTo>
                <a:cubicBezTo>
                  <a:pt x="712978" y="947928"/>
                  <a:pt x="760476" y="937895"/>
                  <a:pt x="806450" y="928751"/>
                </a:cubicBezTo>
                <a:cubicBezTo>
                  <a:pt x="814451" y="927100"/>
                  <a:pt x="822579" y="925576"/>
                  <a:pt x="830453" y="923925"/>
                </a:cubicBezTo>
                <a:cubicBezTo>
                  <a:pt x="831088" y="923798"/>
                  <a:pt x="831723" y="923671"/>
                  <a:pt x="832231" y="923544"/>
                </a:cubicBezTo>
                <a:cubicBezTo>
                  <a:pt x="832358" y="923544"/>
                  <a:pt x="832358" y="923544"/>
                  <a:pt x="832485" y="923544"/>
                </a:cubicBezTo>
                <a:lnTo>
                  <a:pt x="914273" y="925195"/>
                </a:lnTo>
                <a:cubicBezTo>
                  <a:pt x="915035" y="925195"/>
                  <a:pt x="915797" y="925195"/>
                  <a:pt x="916686" y="925068"/>
                </a:cubicBezTo>
                <a:cubicBezTo>
                  <a:pt x="947547" y="923163"/>
                  <a:pt x="976503" y="922147"/>
                  <a:pt x="1004189" y="922147"/>
                </a:cubicBezTo>
                <a:cubicBezTo>
                  <a:pt x="1108329" y="922147"/>
                  <a:pt x="1195324" y="935355"/>
                  <a:pt x="1304417" y="959231"/>
                </a:cubicBezTo>
                <a:cubicBezTo>
                  <a:pt x="1344041" y="967867"/>
                  <a:pt x="1391031" y="971677"/>
                  <a:pt x="1441831" y="971677"/>
                </a:cubicBezTo>
                <a:cubicBezTo>
                  <a:pt x="1617091" y="971677"/>
                  <a:pt x="1835785" y="927227"/>
                  <a:pt x="1941068" y="888111"/>
                </a:cubicBezTo>
                <a:cubicBezTo>
                  <a:pt x="1955038" y="882904"/>
                  <a:pt x="1962658" y="867918"/>
                  <a:pt x="1958721" y="853694"/>
                </a:cubicBezTo>
                <a:lnTo>
                  <a:pt x="1958721" y="853694"/>
                </a:lnTo>
                <a:lnTo>
                  <a:pt x="1958721" y="853694"/>
                </a:lnTo>
                <a:cubicBezTo>
                  <a:pt x="1956562" y="845820"/>
                  <a:pt x="1951101" y="839343"/>
                  <a:pt x="1943862" y="835660"/>
                </a:cubicBezTo>
                <a:cubicBezTo>
                  <a:pt x="1760093" y="744093"/>
                  <a:pt x="1536192" y="704088"/>
                  <a:pt x="1413510" y="704088"/>
                </a:cubicBezTo>
                <a:cubicBezTo>
                  <a:pt x="1400683" y="704088"/>
                  <a:pt x="1388872" y="704469"/>
                  <a:pt x="1378458" y="705358"/>
                </a:cubicBezTo>
                <a:cubicBezTo>
                  <a:pt x="1157224" y="723646"/>
                  <a:pt x="1005967" y="772160"/>
                  <a:pt x="824230" y="867029"/>
                </a:cubicBezTo>
                <a:cubicBezTo>
                  <a:pt x="822579" y="867029"/>
                  <a:pt x="821055" y="867283"/>
                  <a:pt x="819404" y="867537"/>
                </a:cubicBezTo>
                <a:cubicBezTo>
                  <a:pt x="811403" y="869061"/>
                  <a:pt x="803275" y="870712"/>
                  <a:pt x="795147" y="872363"/>
                </a:cubicBezTo>
                <a:cubicBezTo>
                  <a:pt x="730758" y="885190"/>
                  <a:pt x="663702" y="899541"/>
                  <a:pt x="594741" y="915162"/>
                </a:cubicBezTo>
                <a:cubicBezTo>
                  <a:pt x="712343" y="828167"/>
                  <a:pt x="815848" y="736854"/>
                  <a:pt x="906272" y="591185"/>
                </a:cubicBezTo>
                <a:cubicBezTo>
                  <a:pt x="964819" y="497078"/>
                  <a:pt x="1045591" y="255524"/>
                  <a:pt x="1048131" y="28829"/>
                </a:cubicBezTo>
                <a:cubicBezTo>
                  <a:pt x="1048131" y="25908"/>
                  <a:pt x="1047750" y="23114"/>
                  <a:pt x="1046861" y="20320"/>
                </a:cubicBezTo>
                <a:cubicBezTo>
                  <a:pt x="1044067" y="10922"/>
                  <a:pt x="1036574" y="3556"/>
                  <a:pt x="1027049" y="1016"/>
                </a:cubicBezTo>
                <a:cubicBezTo>
                  <a:pt x="1024509" y="381"/>
                  <a:pt x="1021969" y="0"/>
                  <a:pt x="1019429" y="0"/>
                </a:cubicBezTo>
                <a:close/>
                <a:moveTo>
                  <a:pt x="0" y="1215264"/>
                </a:moveTo>
                <a:lnTo>
                  <a:pt x="0" y="1457199"/>
                </a:lnTo>
                <a:lnTo>
                  <a:pt x="0" y="1457199"/>
                </a:lnTo>
                <a:cubicBezTo>
                  <a:pt x="24765" y="1477900"/>
                  <a:pt x="48387" y="1498728"/>
                  <a:pt x="70485" y="1518921"/>
                </a:cubicBezTo>
                <a:cubicBezTo>
                  <a:pt x="226949" y="1661415"/>
                  <a:pt x="596900" y="1793749"/>
                  <a:pt x="764921" y="1822197"/>
                </a:cubicBezTo>
                <a:cubicBezTo>
                  <a:pt x="766572" y="1822451"/>
                  <a:pt x="768096" y="1822578"/>
                  <a:pt x="769747" y="1822578"/>
                </a:cubicBezTo>
                <a:cubicBezTo>
                  <a:pt x="777875" y="1822578"/>
                  <a:pt x="785622" y="1819149"/>
                  <a:pt x="791210" y="1812926"/>
                </a:cubicBezTo>
                <a:cubicBezTo>
                  <a:pt x="797814" y="1805560"/>
                  <a:pt x="800100" y="1795273"/>
                  <a:pt x="797179" y="1785748"/>
                </a:cubicBezTo>
                <a:cubicBezTo>
                  <a:pt x="796417" y="1783081"/>
                  <a:pt x="795147" y="1780413"/>
                  <a:pt x="793623" y="1778127"/>
                </a:cubicBezTo>
                <a:cubicBezTo>
                  <a:pt x="645541" y="1554607"/>
                  <a:pt x="408686" y="1365758"/>
                  <a:pt x="291465" y="1310386"/>
                </a:cubicBezTo>
                <a:cubicBezTo>
                  <a:pt x="189357" y="1262254"/>
                  <a:pt x="94234" y="1233297"/>
                  <a:pt x="0" y="1215263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0" y="4272620"/>
            <a:ext cx="1959616" cy="6014456"/>
            <a:chOff x="76200" y="62865"/>
            <a:chExt cx="1959610" cy="6014466"/>
          </a:xfrm>
        </p:grpSpPr>
        <p:sp>
          <p:nvSpPr>
            <p:cNvPr id="132" name="Google Shape;132;p3"/>
            <p:cNvSpPr/>
            <p:nvPr/>
          </p:nvSpPr>
          <p:spPr>
            <a:xfrm>
              <a:off x="76200" y="3837432"/>
              <a:ext cx="478663" cy="2239645"/>
            </a:xfrm>
            <a:custGeom>
              <a:rect b="b" l="l" r="r" t="t"/>
              <a:pathLst>
                <a:path extrusionOk="0" h="2239645" w="478663">
                  <a:moveTo>
                    <a:pt x="0" y="0"/>
                  </a:moveTo>
                  <a:lnTo>
                    <a:pt x="0" y="25273"/>
                  </a:lnTo>
                  <a:lnTo>
                    <a:pt x="0" y="25273"/>
                  </a:lnTo>
                  <a:cubicBezTo>
                    <a:pt x="2159" y="17399"/>
                    <a:pt x="4445" y="9652"/>
                    <a:pt x="6731" y="1778"/>
                  </a:cubicBezTo>
                  <a:lnTo>
                    <a:pt x="0" y="0"/>
                  </a:lnTo>
                  <a:close/>
                  <a:moveTo>
                    <a:pt x="0" y="1046861"/>
                  </a:moveTo>
                  <a:lnTo>
                    <a:pt x="0" y="1240663"/>
                  </a:lnTo>
                  <a:cubicBezTo>
                    <a:pt x="35941" y="1367028"/>
                    <a:pt x="80645" y="1497584"/>
                    <a:pt x="134239" y="1632712"/>
                  </a:cubicBezTo>
                  <a:cubicBezTo>
                    <a:pt x="219710" y="1848104"/>
                    <a:pt x="315976" y="2050542"/>
                    <a:pt x="422529" y="2239645"/>
                  </a:cubicBezTo>
                  <a:lnTo>
                    <a:pt x="478663" y="2239645"/>
                  </a:lnTo>
                  <a:cubicBezTo>
                    <a:pt x="367665" y="2045335"/>
                    <a:pt x="267716" y="1836674"/>
                    <a:pt x="179324" y="1614043"/>
                  </a:cubicBezTo>
                  <a:cubicBezTo>
                    <a:pt x="100203" y="1415288"/>
                    <a:pt x="40386" y="1226566"/>
                    <a:pt x="0" y="1046861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6200" y="2991104"/>
              <a:ext cx="160147" cy="875030"/>
            </a:xfrm>
            <a:custGeom>
              <a:rect b="b" l="l" r="r" t="t"/>
              <a:pathLst>
                <a:path extrusionOk="0" h="875030" w="160147">
                  <a:moveTo>
                    <a:pt x="9779" y="0"/>
                  </a:moveTo>
                  <a:cubicBezTo>
                    <a:pt x="6477" y="4572"/>
                    <a:pt x="3175" y="9271"/>
                    <a:pt x="0" y="13843"/>
                  </a:cubicBezTo>
                  <a:lnTo>
                    <a:pt x="0" y="13843"/>
                  </a:lnTo>
                  <a:lnTo>
                    <a:pt x="0" y="875030"/>
                  </a:lnTo>
                  <a:cubicBezTo>
                    <a:pt x="114173" y="738251"/>
                    <a:pt x="160147" y="573278"/>
                    <a:pt x="138811" y="416306"/>
                  </a:cubicBezTo>
                  <a:cubicBezTo>
                    <a:pt x="127889" y="330835"/>
                    <a:pt x="98425" y="248539"/>
                    <a:pt x="68834" y="166243"/>
                  </a:cubicBezTo>
                  <a:cubicBezTo>
                    <a:pt x="50165" y="110363"/>
                    <a:pt x="29972" y="56007"/>
                    <a:pt x="9779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6200" y="3850132"/>
              <a:ext cx="745109" cy="604520"/>
            </a:xfrm>
            <a:custGeom>
              <a:rect b="b" l="l" r="r" t="t"/>
              <a:pathLst>
                <a:path extrusionOk="0" h="604520" w="745109">
                  <a:moveTo>
                    <a:pt x="737489" y="0"/>
                  </a:moveTo>
                  <a:cubicBezTo>
                    <a:pt x="616204" y="59055"/>
                    <a:pt x="493395" y="118110"/>
                    <a:pt x="372110" y="177038"/>
                  </a:cubicBezTo>
                  <a:cubicBezTo>
                    <a:pt x="295910" y="214376"/>
                    <a:pt x="219710" y="251587"/>
                    <a:pt x="155956" y="304419"/>
                  </a:cubicBezTo>
                  <a:cubicBezTo>
                    <a:pt x="106172" y="346329"/>
                    <a:pt x="64262" y="396113"/>
                    <a:pt x="26924" y="447294"/>
                  </a:cubicBezTo>
                  <a:cubicBezTo>
                    <a:pt x="17653" y="460375"/>
                    <a:pt x="8382" y="473964"/>
                    <a:pt x="0" y="488061"/>
                  </a:cubicBezTo>
                  <a:lnTo>
                    <a:pt x="0" y="488061"/>
                  </a:lnTo>
                  <a:lnTo>
                    <a:pt x="0" y="604520"/>
                  </a:lnTo>
                  <a:lnTo>
                    <a:pt x="0" y="604520"/>
                  </a:lnTo>
                  <a:cubicBezTo>
                    <a:pt x="111633" y="589788"/>
                    <a:pt x="240792" y="584835"/>
                    <a:pt x="350266" y="526542"/>
                  </a:cubicBezTo>
                  <a:cubicBezTo>
                    <a:pt x="431165" y="484632"/>
                    <a:pt x="496443" y="417830"/>
                    <a:pt x="558546" y="351028"/>
                  </a:cubicBezTo>
                  <a:cubicBezTo>
                    <a:pt x="605155" y="302895"/>
                    <a:pt x="653415" y="253111"/>
                    <a:pt x="687578" y="194183"/>
                  </a:cubicBezTo>
                  <a:cubicBezTo>
                    <a:pt x="723392" y="135128"/>
                    <a:pt x="745109" y="66802"/>
                    <a:pt x="737362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221234" y="4327017"/>
              <a:ext cx="962279" cy="1071880"/>
            </a:xfrm>
            <a:custGeom>
              <a:rect b="b" l="l" r="r" t="t"/>
              <a:pathLst>
                <a:path extrusionOk="0" h="1071880" w="962279">
                  <a:moveTo>
                    <a:pt x="63754" y="1071753"/>
                  </a:moveTo>
                  <a:cubicBezTo>
                    <a:pt x="18669" y="1043813"/>
                    <a:pt x="0" y="986282"/>
                    <a:pt x="3175" y="933450"/>
                  </a:cubicBezTo>
                  <a:cubicBezTo>
                    <a:pt x="7874" y="880618"/>
                    <a:pt x="31115" y="830961"/>
                    <a:pt x="56007" y="784352"/>
                  </a:cubicBezTo>
                  <a:cubicBezTo>
                    <a:pt x="149352" y="608838"/>
                    <a:pt x="276733" y="442595"/>
                    <a:pt x="449326" y="344805"/>
                  </a:cubicBezTo>
                  <a:cubicBezTo>
                    <a:pt x="539496" y="293497"/>
                    <a:pt x="639064" y="262509"/>
                    <a:pt x="732282" y="214376"/>
                  </a:cubicBezTo>
                  <a:cubicBezTo>
                    <a:pt x="823976" y="166243"/>
                    <a:pt x="911098" y="96266"/>
                    <a:pt x="946785" y="0"/>
                  </a:cubicBezTo>
                  <a:cubicBezTo>
                    <a:pt x="962279" y="136652"/>
                    <a:pt x="929640" y="279654"/>
                    <a:pt x="858139" y="397637"/>
                  </a:cubicBezTo>
                  <a:cubicBezTo>
                    <a:pt x="802132" y="490855"/>
                    <a:pt x="722884" y="566928"/>
                    <a:pt x="640461" y="636905"/>
                  </a:cubicBezTo>
                  <a:cubicBezTo>
                    <a:pt x="466344" y="787527"/>
                    <a:pt x="273558" y="913384"/>
                    <a:pt x="63627" y="1071880"/>
                  </a:cubicBezTo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6200" y="5195951"/>
              <a:ext cx="121793" cy="211709"/>
            </a:xfrm>
            <a:custGeom>
              <a:rect b="b" l="l" r="r" t="t"/>
              <a:pathLst>
                <a:path extrusionOk="0" h="211709" w="121793">
                  <a:moveTo>
                    <a:pt x="0" y="0"/>
                  </a:moveTo>
                  <a:lnTo>
                    <a:pt x="0" y="211709"/>
                  </a:lnTo>
                  <a:cubicBezTo>
                    <a:pt x="42799" y="208788"/>
                    <a:pt x="83820" y="197993"/>
                    <a:pt x="121793" y="174879"/>
                  </a:cubicBezTo>
                  <a:cubicBezTo>
                    <a:pt x="91313" y="110617"/>
                    <a:pt x="49403" y="51943"/>
                    <a:pt x="0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613410" y="4797552"/>
              <a:ext cx="969899" cy="1279652"/>
            </a:xfrm>
            <a:custGeom>
              <a:rect b="b" l="l" r="r" t="t"/>
              <a:pathLst>
                <a:path extrusionOk="0" h="1279652" w="969899">
                  <a:moveTo>
                    <a:pt x="965200" y="127"/>
                  </a:moveTo>
                  <a:cubicBezTo>
                    <a:pt x="931037" y="43561"/>
                    <a:pt x="899922" y="91821"/>
                    <a:pt x="875030" y="141478"/>
                  </a:cubicBezTo>
                  <a:cubicBezTo>
                    <a:pt x="842391" y="205105"/>
                    <a:pt x="817499" y="273558"/>
                    <a:pt x="773938" y="330962"/>
                  </a:cubicBezTo>
                  <a:cubicBezTo>
                    <a:pt x="739775" y="374396"/>
                    <a:pt x="696214" y="410210"/>
                    <a:pt x="652653" y="444373"/>
                  </a:cubicBezTo>
                  <a:lnTo>
                    <a:pt x="396113" y="647827"/>
                  </a:lnTo>
                  <a:cubicBezTo>
                    <a:pt x="281051" y="739521"/>
                    <a:pt x="164465" y="832612"/>
                    <a:pt x="88265" y="958469"/>
                  </a:cubicBezTo>
                  <a:cubicBezTo>
                    <a:pt x="29972" y="1053465"/>
                    <a:pt x="0" y="1172083"/>
                    <a:pt x="21717" y="1279652"/>
                  </a:cubicBezTo>
                  <a:lnTo>
                    <a:pt x="248031" y="1279652"/>
                  </a:lnTo>
                  <a:cubicBezTo>
                    <a:pt x="371856" y="1200658"/>
                    <a:pt x="469773" y="1100709"/>
                    <a:pt x="554609" y="995807"/>
                  </a:cubicBezTo>
                  <a:cubicBezTo>
                    <a:pt x="627634" y="905764"/>
                    <a:pt x="693039" y="809371"/>
                    <a:pt x="745871" y="706882"/>
                  </a:cubicBezTo>
                  <a:cubicBezTo>
                    <a:pt x="770763" y="658749"/>
                    <a:pt x="794131" y="607441"/>
                    <a:pt x="808101" y="554609"/>
                  </a:cubicBezTo>
                  <a:cubicBezTo>
                    <a:pt x="822071" y="500253"/>
                    <a:pt x="828294" y="444373"/>
                    <a:pt x="839216" y="388366"/>
                  </a:cubicBezTo>
                  <a:cubicBezTo>
                    <a:pt x="856361" y="292100"/>
                    <a:pt x="889000" y="198882"/>
                    <a:pt x="932561" y="111887"/>
                  </a:cubicBezTo>
                  <a:cubicBezTo>
                    <a:pt x="949706" y="77724"/>
                    <a:pt x="969899" y="38862"/>
                    <a:pt x="965200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358265" y="5170424"/>
              <a:ext cx="677545" cy="906780"/>
            </a:xfrm>
            <a:custGeom>
              <a:rect b="b" l="l" r="r" t="t"/>
              <a:pathLst>
                <a:path extrusionOk="0" h="906780" w="677545">
                  <a:moveTo>
                    <a:pt x="635508" y="0"/>
                  </a:moveTo>
                  <a:cubicBezTo>
                    <a:pt x="640207" y="69850"/>
                    <a:pt x="604393" y="136652"/>
                    <a:pt x="567055" y="195707"/>
                  </a:cubicBezTo>
                  <a:cubicBezTo>
                    <a:pt x="506476" y="290449"/>
                    <a:pt x="436499" y="378968"/>
                    <a:pt x="360299" y="461391"/>
                  </a:cubicBezTo>
                  <a:cubicBezTo>
                    <a:pt x="284099" y="543814"/>
                    <a:pt x="200152" y="618236"/>
                    <a:pt x="130175" y="705231"/>
                  </a:cubicBezTo>
                  <a:cubicBezTo>
                    <a:pt x="80899" y="767969"/>
                    <a:pt x="38862" y="836295"/>
                    <a:pt x="0" y="906780"/>
                  </a:cubicBezTo>
                  <a:lnTo>
                    <a:pt x="403479" y="906780"/>
                  </a:lnTo>
                  <a:cubicBezTo>
                    <a:pt x="446278" y="840105"/>
                    <a:pt x="486791" y="773430"/>
                    <a:pt x="525145" y="705231"/>
                  </a:cubicBezTo>
                  <a:cubicBezTo>
                    <a:pt x="598170" y="574802"/>
                    <a:pt x="665099" y="434975"/>
                    <a:pt x="672846" y="284226"/>
                  </a:cubicBezTo>
                  <a:cubicBezTo>
                    <a:pt x="677545" y="187961"/>
                    <a:pt x="657352" y="93218"/>
                    <a:pt x="635508" y="0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6200" y="5802503"/>
              <a:ext cx="470027" cy="274828"/>
            </a:xfrm>
            <a:custGeom>
              <a:rect b="b" l="l" r="r" t="t"/>
              <a:pathLst>
                <a:path extrusionOk="0" h="274828" w="470027">
                  <a:moveTo>
                    <a:pt x="0" y="0"/>
                  </a:moveTo>
                  <a:lnTo>
                    <a:pt x="0" y="274828"/>
                  </a:lnTo>
                  <a:lnTo>
                    <a:pt x="470027" y="274828"/>
                  </a:lnTo>
                  <a:cubicBezTo>
                    <a:pt x="406273" y="164465"/>
                    <a:pt x="290195" y="88900"/>
                    <a:pt x="165354" y="43815"/>
                  </a:cubicBezTo>
                  <a:cubicBezTo>
                    <a:pt x="111379" y="24384"/>
                    <a:pt x="56134" y="10541"/>
                    <a:pt x="0" y="127"/>
                  </a:cubicBezTo>
                  <a:close/>
                </a:path>
              </a:pathLst>
            </a:custGeom>
            <a:solidFill>
              <a:srgbClr val="E7B9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6200" y="526796"/>
              <a:ext cx="1356614" cy="1412113"/>
            </a:xfrm>
            <a:custGeom>
              <a:rect b="b" l="l" r="r" t="t"/>
              <a:pathLst>
                <a:path extrusionOk="0" h="1412113" w="1356614">
                  <a:moveTo>
                    <a:pt x="1340485" y="0"/>
                  </a:moveTo>
                  <a:cubicBezTo>
                    <a:pt x="1335405" y="0"/>
                    <a:pt x="1330452" y="2794"/>
                    <a:pt x="1328039" y="7620"/>
                  </a:cubicBezTo>
                  <a:cubicBezTo>
                    <a:pt x="1070610" y="500507"/>
                    <a:pt x="739648" y="899160"/>
                    <a:pt x="335280" y="1203833"/>
                  </a:cubicBezTo>
                  <a:cubicBezTo>
                    <a:pt x="335026" y="1204087"/>
                    <a:pt x="334772" y="1204341"/>
                    <a:pt x="334391" y="1204468"/>
                  </a:cubicBezTo>
                  <a:cubicBezTo>
                    <a:pt x="299720" y="1235075"/>
                    <a:pt x="212598" y="1284859"/>
                    <a:pt x="72898" y="1353947"/>
                  </a:cubicBezTo>
                  <a:lnTo>
                    <a:pt x="72898" y="1353947"/>
                  </a:lnTo>
                  <a:cubicBezTo>
                    <a:pt x="48133" y="1363345"/>
                    <a:pt x="23876" y="1372616"/>
                    <a:pt x="127" y="1381887"/>
                  </a:cubicBezTo>
                  <a:lnTo>
                    <a:pt x="0" y="1381887"/>
                  </a:lnTo>
                  <a:lnTo>
                    <a:pt x="0" y="1412113"/>
                  </a:lnTo>
                  <a:lnTo>
                    <a:pt x="0" y="1412113"/>
                  </a:lnTo>
                  <a:cubicBezTo>
                    <a:pt x="27305" y="1401572"/>
                    <a:pt x="55118" y="1390904"/>
                    <a:pt x="83566" y="1380109"/>
                  </a:cubicBezTo>
                  <a:cubicBezTo>
                    <a:pt x="83947" y="1379982"/>
                    <a:pt x="84455" y="1379728"/>
                    <a:pt x="84836" y="1379601"/>
                  </a:cubicBezTo>
                  <a:cubicBezTo>
                    <a:pt x="226441" y="1309624"/>
                    <a:pt x="315595" y="1258443"/>
                    <a:pt x="352552" y="1226185"/>
                  </a:cubicBezTo>
                  <a:lnTo>
                    <a:pt x="352552" y="1226185"/>
                  </a:lnTo>
                  <a:cubicBezTo>
                    <a:pt x="760222" y="918972"/>
                    <a:pt x="1093597" y="517144"/>
                    <a:pt x="1353058" y="20701"/>
                  </a:cubicBezTo>
                  <a:cubicBezTo>
                    <a:pt x="1356614" y="13843"/>
                    <a:pt x="1353947" y="5334"/>
                    <a:pt x="1347089" y="1651"/>
                  </a:cubicBezTo>
                  <a:cubicBezTo>
                    <a:pt x="1345057" y="508"/>
                    <a:pt x="1342771" y="0"/>
                    <a:pt x="1340612" y="0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6200" y="2227199"/>
              <a:ext cx="170561" cy="307340"/>
            </a:xfrm>
            <a:custGeom>
              <a:rect b="b" l="l" r="r" t="t"/>
              <a:pathLst>
                <a:path extrusionOk="0" h="307340" w="170561">
                  <a:moveTo>
                    <a:pt x="0" y="127"/>
                  </a:moveTo>
                  <a:lnTo>
                    <a:pt x="0" y="305689"/>
                  </a:lnTo>
                  <a:cubicBezTo>
                    <a:pt x="12573" y="306832"/>
                    <a:pt x="24511" y="307340"/>
                    <a:pt x="36068" y="307340"/>
                  </a:cubicBezTo>
                  <a:cubicBezTo>
                    <a:pt x="36449" y="307340"/>
                    <a:pt x="36830" y="307340"/>
                    <a:pt x="37084" y="307340"/>
                  </a:cubicBezTo>
                  <a:cubicBezTo>
                    <a:pt x="95250" y="301879"/>
                    <a:pt x="133350" y="286131"/>
                    <a:pt x="151384" y="260223"/>
                  </a:cubicBezTo>
                  <a:cubicBezTo>
                    <a:pt x="164719" y="236601"/>
                    <a:pt x="170561" y="221107"/>
                    <a:pt x="168783" y="213614"/>
                  </a:cubicBezTo>
                  <a:cubicBezTo>
                    <a:pt x="157226" y="170561"/>
                    <a:pt x="148590" y="145796"/>
                    <a:pt x="142875" y="138938"/>
                  </a:cubicBezTo>
                  <a:cubicBezTo>
                    <a:pt x="119253" y="92583"/>
                    <a:pt x="82931" y="53213"/>
                    <a:pt x="33782" y="20701"/>
                  </a:cubicBezTo>
                  <a:cubicBezTo>
                    <a:pt x="22352" y="13208"/>
                    <a:pt x="11049" y="6350"/>
                    <a:pt x="0" y="0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00711" y="1894205"/>
              <a:ext cx="896620" cy="381254"/>
            </a:xfrm>
            <a:custGeom>
              <a:rect b="b" l="l" r="r" t="t"/>
              <a:pathLst>
                <a:path extrusionOk="0" h="381254" w="896620">
                  <a:moveTo>
                    <a:pt x="224282" y="4445"/>
                  </a:moveTo>
                  <a:lnTo>
                    <a:pt x="196723" y="4445"/>
                  </a:lnTo>
                  <a:cubicBezTo>
                    <a:pt x="145034" y="4572"/>
                    <a:pt x="114046" y="4826"/>
                    <a:pt x="103632" y="5461"/>
                  </a:cubicBezTo>
                  <a:cubicBezTo>
                    <a:pt x="71374" y="8763"/>
                    <a:pt x="45847" y="13208"/>
                    <a:pt x="26924" y="18669"/>
                  </a:cubicBezTo>
                  <a:cubicBezTo>
                    <a:pt x="22987" y="19431"/>
                    <a:pt x="13970" y="22733"/>
                    <a:pt x="0" y="28448"/>
                  </a:cubicBezTo>
                  <a:lnTo>
                    <a:pt x="13462" y="56007"/>
                  </a:lnTo>
                  <a:cubicBezTo>
                    <a:pt x="163449" y="157480"/>
                    <a:pt x="303276" y="240411"/>
                    <a:pt x="433070" y="304800"/>
                  </a:cubicBezTo>
                  <a:cubicBezTo>
                    <a:pt x="497205" y="335026"/>
                    <a:pt x="550037" y="355092"/>
                    <a:pt x="591439" y="365125"/>
                  </a:cubicBezTo>
                  <a:cubicBezTo>
                    <a:pt x="642366" y="375666"/>
                    <a:pt x="686181" y="381127"/>
                    <a:pt x="723138" y="381254"/>
                  </a:cubicBezTo>
                  <a:cubicBezTo>
                    <a:pt x="807720" y="381254"/>
                    <a:pt x="864108" y="352933"/>
                    <a:pt x="892302" y="296291"/>
                  </a:cubicBezTo>
                  <a:cubicBezTo>
                    <a:pt x="896366" y="272923"/>
                    <a:pt x="896620" y="258445"/>
                    <a:pt x="892810" y="252857"/>
                  </a:cubicBezTo>
                  <a:lnTo>
                    <a:pt x="874268" y="210820"/>
                  </a:lnTo>
                  <a:cubicBezTo>
                    <a:pt x="864235" y="190500"/>
                    <a:pt x="846582" y="171323"/>
                    <a:pt x="821563" y="153543"/>
                  </a:cubicBezTo>
                  <a:cubicBezTo>
                    <a:pt x="744093" y="101473"/>
                    <a:pt x="666115" y="65278"/>
                    <a:pt x="587629" y="44704"/>
                  </a:cubicBezTo>
                  <a:cubicBezTo>
                    <a:pt x="462026" y="13462"/>
                    <a:pt x="340868" y="0"/>
                    <a:pt x="224155" y="4445"/>
                  </a:cubicBezTo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47243" y="1528445"/>
              <a:ext cx="996442" cy="352044"/>
            </a:xfrm>
            <a:custGeom>
              <a:rect b="b" l="l" r="r" t="t"/>
              <a:pathLst>
                <a:path extrusionOk="0" h="352044" w="996442">
                  <a:moveTo>
                    <a:pt x="499999" y="762"/>
                  </a:moveTo>
                  <a:lnTo>
                    <a:pt x="494411" y="762"/>
                  </a:lnTo>
                  <a:cubicBezTo>
                    <a:pt x="479425" y="1016"/>
                    <a:pt x="464312" y="2032"/>
                    <a:pt x="449326" y="3937"/>
                  </a:cubicBezTo>
                  <a:cubicBezTo>
                    <a:pt x="370840" y="13716"/>
                    <a:pt x="320802" y="20574"/>
                    <a:pt x="299085" y="24511"/>
                  </a:cubicBezTo>
                  <a:cubicBezTo>
                    <a:pt x="260350" y="30226"/>
                    <a:pt x="212471" y="40259"/>
                    <a:pt x="155575" y="54737"/>
                  </a:cubicBezTo>
                  <a:cubicBezTo>
                    <a:pt x="98171" y="69977"/>
                    <a:pt x="51943" y="87249"/>
                    <a:pt x="16637" y="106426"/>
                  </a:cubicBezTo>
                  <a:lnTo>
                    <a:pt x="0" y="116205"/>
                  </a:lnTo>
                  <a:lnTo>
                    <a:pt x="11938" y="131318"/>
                  </a:lnTo>
                  <a:cubicBezTo>
                    <a:pt x="13081" y="133858"/>
                    <a:pt x="20066" y="137668"/>
                    <a:pt x="32766" y="142748"/>
                  </a:cubicBezTo>
                  <a:cubicBezTo>
                    <a:pt x="69342" y="149606"/>
                    <a:pt x="170815" y="187071"/>
                    <a:pt x="337312" y="255270"/>
                  </a:cubicBezTo>
                  <a:lnTo>
                    <a:pt x="471678" y="297561"/>
                  </a:lnTo>
                  <a:cubicBezTo>
                    <a:pt x="546862" y="317754"/>
                    <a:pt x="600202" y="330073"/>
                    <a:pt x="631571" y="334264"/>
                  </a:cubicBezTo>
                  <a:cubicBezTo>
                    <a:pt x="698373" y="345440"/>
                    <a:pt x="757174" y="351028"/>
                    <a:pt x="807974" y="351155"/>
                  </a:cubicBezTo>
                  <a:cubicBezTo>
                    <a:pt x="890270" y="352044"/>
                    <a:pt x="943737" y="335534"/>
                    <a:pt x="968248" y="301371"/>
                  </a:cubicBezTo>
                  <a:cubicBezTo>
                    <a:pt x="996442" y="269113"/>
                    <a:pt x="991108" y="226568"/>
                    <a:pt x="952246" y="173863"/>
                  </a:cubicBezTo>
                  <a:cubicBezTo>
                    <a:pt x="928497" y="150876"/>
                    <a:pt x="903097" y="130175"/>
                    <a:pt x="876046" y="111633"/>
                  </a:cubicBezTo>
                  <a:lnTo>
                    <a:pt x="834136" y="85725"/>
                  </a:lnTo>
                  <a:cubicBezTo>
                    <a:pt x="805307" y="69596"/>
                    <a:pt x="774954" y="55626"/>
                    <a:pt x="742823" y="44069"/>
                  </a:cubicBezTo>
                  <a:cubicBezTo>
                    <a:pt x="710692" y="32512"/>
                    <a:pt x="676783" y="23114"/>
                    <a:pt x="641350" y="16129"/>
                  </a:cubicBezTo>
                  <a:lnTo>
                    <a:pt x="586867" y="7239"/>
                  </a:lnTo>
                  <a:cubicBezTo>
                    <a:pt x="539623" y="2159"/>
                    <a:pt x="510794" y="0"/>
                    <a:pt x="500126" y="762"/>
                  </a:cubicBezTo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991870" y="904748"/>
              <a:ext cx="861314" cy="329438"/>
            </a:xfrm>
            <a:custGeom>
              <a:rect b="b" l="l" r="r" t="t"/>
              <a:pathLst>
                <a:path extrusionOk="0" h="329438" w="861314">
                  <a:moveTo>
                    <a:pt x="632714" y="0"/>
                  </a:moveTo>
                  <a:lnTo>
                    <a:pt x="622935" y="127"/>
                  </a:lnTo>
                  <a:cubicBezTo>
                    <a:pt x="596773" y="889"/>
                    <a:pt x="570230" y="4699"/>
                    <a:pt x="543433" y="11430"/>
                  </a:cubicBezTo>
                  <a:cubicBezTo>
                    <a:pt x="515747" y="21971"/>
                    <a:pt x="463169" y="37973"/>
                    <a:pt x="385318" y="59309"/>
                  </a:cubicBezTo>
                  <a:cubicBezTo>
                    <a:pt x="363728" y="66675"/>
                    <a:pt x="347091" y="73279"/>
                    <a:pt x="335280" y="78994"/>
                  </a:cubicBezTo>
                  <a:cubicBezTo>
                    <a:pt x="310769" y="90805"/>
                    <a:pt x="290068" y="101981"/>
                    <a:pt x="273050" y="112522"/>
                  </a:cubicBezTo>
                  <a:cubicBezTo>
                    <a:pt x="109474" y="223266"/>
                    <a:pt x="18415" y="281813"/>
                    <a:pt x="0" y="288163"/>
                  </a:cubicBezTo>
                  <a:cubicBezTo>
                    <a:pt x="31750" y="310896"/>
                    <a:pt x="56134" y="323088"/>
                    <a:pt x="73279" y="324993"/>
                  </a:cubicBezTo>
                  <a:cubicBezTo>
                    <a:pt x="77343" y="325628"/>
                    <a:pt x="81280" y="325882"/>
                    <a:pt x="85217" y="325882"/>
                  </a:cubicBezTo>
                  <a:lnTo>
                    <a:pt x="146304" y="323088"/>
                  </a:lnTo>
                  <a:lnTo>
                    <a:pt x="278638" y="329438"/>
                  </a:lnTo>
                  <a:cubicBezTo>
                    <a:pt x="402717" y="324866"/>
                    <a:pt x="503428" y="317881"/>
                    <a:pt x="580898" y="308483"/>
                  </a:cubicBezTo>
                  <a:cubicBezTo>
                    <a:pt x="658241" y="292735"/>
                    <a:pt x="708025" y="280416"/>
                    <a:pt x="730123" y="271526"/>
                  </a:cubicBezTo>
                  <a:cubicBezTo>
                    <a:pt x="755396" y="262509"/>
                    <a:pt x="778129" y="248412"/>
                    <a:pt x="798449" y="229362"/>
                  </a:cubicBezTo>
                  <a:cubicBezTo>
                    <a:pt x="834263" y="189611"/>
                    <a:pt x="853821" y="160528"/>
                    <a:pt x="857123" y="141986"/>
                  </a:cubicBezTo>
                  <a:cubicBezTo>
                    <a:pt x="859663" y="132461"/>
                    <a:pt x="860552" y="123317"/>
                    <a:pt x="859536" y="114427"/>
                  </a:cubicBezTo>
                  <a:cubicBezTo>
                    <a:pt x="861314" y="109601"/>
                    <a:pt x="855980" y="97282"/>
                    <a:pt x="843661" y="77597"/>
                  </a:cubicBezTo>
                  <a:cubicBezTo>
                    <a:pt x="823087" y="54483"/>
                    <a:pt x="791337" y="35433"/>
                    <a:pt x="748284" y="20447"/>
                  </a:cubicBezTo>
                  <a:cubicBezTo>
                    <a:pt x="710565" y="6858"/>
                    <a:pt x="672084" y="0"/>
                    <a:pt x="632841" y="0"/>
                  </a:cubicBezTo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6200" y="1145159"/>
              <a:ext cx="51435" cy="415290"/>
            </a:xfrm>
            <a:custGeom>
              <a:rect b="b" l="l" r="r" t="t"/>
              <a:pathLst>
                <a:path extrusionOk="0" h="415290" w="51435">
                  <a:moveTo>
                    <a:pt x="0" y="0"/>
                  </a:moveTo>
                  <a:lnTo>
                    <a:pt x="0" y="415290"/>
                  </a:lnTo>
                  <a:cubicBezTo>
                    <a:pt x="3429" y="406400"/>
                    <a:pt x="6731" y="397383"/>
                    <a:pt x="9906" y="388366"/>
                  </a:cubicBezTo>
                  <a:cubicBezTo>
                    <a:pt x="18415" y="366141"/>
                    <a:pt x="29972" y="316230"/>
                    <a:pt x="44450" y="238887"/>
                  </a:cubicBezTo>
                  <a:cubicBezTo>
                    <a:pt x="49403" y="206248"/>
                    <a:pt x="51435" y="185039"/>
                    <a:pt x="50800" y="175133"/>
                  </a:cubicBezTo>
                  <a:cubicBezTo>
                    <a:pt x="50927" y="175387"/>
                    <a:pt x="50927" y="175514"/>
                    <a:pt x="50927" y="175514"/>
                  </a:cubicBezTo>
                  <a:cubicBezTo>
                    <a:pt x="51435" y="175514"/>
                    <a:pt x="50165" y="157734"/>
                    <a:pt x="47117" y="122047"/>
                  </a:cubicBezTo>
                  <a:lnTo>
                    <a:pt x="41910" y="91948"/>
                  </a:lnTo>
                  <a:cubicBezTo>
                    <a:pt x="37592" y="72644"/>
                    <a:pt x="31623" y="54991"/>
                    <a:pt x="24003" y="38862"/>
                  </a:cubicBezTo>
                  <a:cubicBezTo>
                    <a:pt x="17272" y="24638"/>
                    <a:pt x="9271" y="11684"/>
                    <a:pt x="0" y="0"/>
                  </a:cubicBezTo>
                  <a:close/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12598" y="598297"/>
              <a:ext cx="428752" cy="1165733"/>
            </a:xfrm>
            <a:custGeom>
              <a:rect b="b" l="l" r="r" t="t"/>
              <a:pathLst>
                <a:path extrusionOk="0" h="1165733" w="428752">
                  <a:moveTo>
                    <a:pt x="242443" y="2286"/>
                  </a:moveTo>
                  <a:lnTo>
                    <a:pt x="216916" y="3810"/>
                  </a:lnTo>
                  <a:cubicBezTo>
                    <a:pt x="183769" y="8001"/>
                    <a:pt x="154178" y="20574"/>
                    <a:pt x="127889" y="41656"/>
                  </a:cubicBezTo>
                  <a:cubicBezTo>
                    <a:pt x="104013" y="57785"/>
                    <a:pt x="78867" y="92075"/>
                    <a:pt x="52705" y="144526"/>
                  </a:cubicBezTo>
                  <a:cubicBezTo>
                    <a:pt x="43942" y="164211"/>
                    <a:pt x="36830" y="185039"/>
                    <a:pt x="31496" y="206756"/>
                  </a:cubicBezTo>
                  <a:cubicBezTo>
                    <a:pt x="29591" y="211836"/>
                    <a:pt x="26416" y="228727"/>
                    <a:pt x="22098" y="257302"/>
                  </a:cubicBezTo>
                  <a:lnTo>
                    <a:pt x="1778" y="518541"/>
                  </a:lnTo>
                  <a:cubicBezTo>
                    <a:pt x="0" y="626618"/>
                    <a:pt x="762" y="701040"/>
                    <a:pt x="4191" y="741934"/>
                  </a:cubicBezTo>
                  <a:cubicBezTo>
                    <a:pt x="19304" y="855599"/>
                    <a:pt x="32512" y="934339"/>
                    <a:pt x="43815" y="978027"/>
                  </a:cubicBezTo>
                  <a:cubicBezTo>
                    <a:pt x="47752" y="994156"/>
                    <a:pt x="51562" y="1007237"/>
                    <a:pt x="55372" y="1017651"/>
                  </a:cubicBezTo>
                  <a:cubicBezTo>
                    <a:pt x="61595" y="1036574"/>
                    <a:pt x="70866" y="1056767"/>
                    <a:pt x="83439" y="1078230"/>
                  </a:cubicBezTo>
                  <a:cubicBezTo>
                    <a:pt x="102616" y="1108964"/>
                    <a:pt x="130048" y="1138174"/>
                    <a:pt x="165862" y="1165733"/>
                  </a:cubicBezTo>
                  <a:lnTo>
                    <a:pt x="210312" y="1072896"/>
                  </a:lnTo>
                  <a:cubicBezTo>
                    <a:pt x="206883" y="1059815"/>
                    <a:pt x="214884" y="1023112"/>
                    <a:pt x="234188" y="962533"/>
                  </a:cubicBezTo>
                  <a:lnTo>
                    <a:pt x="344297" y="716788"/>
                  </a:lnTo>
                  <a:cubicBezTo>
                    <a:pt x="349504" y="704215"/>
                    <a:pt x="356362" y="684911"/>
                    <a:pt x="364871" y="658622"/>
                  </a:cubicBezTo>
                  <a:cubicBezTo>
                    <a:pt x="373380" y="632333"/>
                    <a:pt x="383667" y="599313"/>
                    <a:pt x="395732" y="559435"/>
                  </a:cubicBezTo>
                  <a:cubicBezTo>
                    <a:pt x="407162" y="499491"/>
                    <a:pt x="414782" y="444627"/>
                    <a:pt x="418592" y="394716"/>
                  </a:cubicBezTo>
                  <a:cubicBezTo>
                    <a:pt x="428752" y="279273"/>
                    <a:pt x="413258" y="176403"/>
                    <a:pt x="372110" y="86233"/>
                  </a:cubicBezTo>
                  <a:lnTo>
                    <a:pt x="357632" y="61468"/>
                  </a:lnTo>
                  <a:cubicBezTo>
                    <a:pt x="347599" y="46355"/>
                    <a:pt x="336550" y="34163"/>
                    <a:pt x="324612" y="24892"/>
                  </a:cubicBezTo>
                  <a:cubicBezTo>
                    <a:pt x="300101" y="7620"/>
                    <a:pt x="272669" y="0"/>
                    <a:pt x="242443" y="2286"/>
                  </a:cubicBezTo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640715" y="153416"/>
              <a:ext cx="395478" cy="1153414"/>
            </a:xfrm>
            <a:custGeom>
              <a:rect b="b" l="l" r="r" t="t"/>
              <a:pathLst>
                <a:path extrusionOk="0" h="1153414" w="395478">
                  <a:moveTo>
                    <a:pt x="268224" y="0"/>
                  </a:moveTo>
                  <a:lnTo>
                    <a:pt x="263144" y="127"/>
                  </a:lnTo>
                  <a:cubicBezTo>
                    <a:pt x="192405" y="1524"/>
                    <a:pt x="131318" y="41148"/>
                    <a:pt x="79756" y="119126"/>
                  </a:cubicBezTo>
                  <a:cubicBezTo>
                    <a:pt x="33020" y="201676"/>
                    <a:pt x="6858" y="305689"/>
                    <a:pt x="1270" y="431292"/>
                  </a:cubicBezTo>
                  <a:cubicBezTo>
                    <a:pt x="0" y="492633"/>
                    <a:pt x="2921" y="549783"/>
                    <a:pt x="10287" y="602615"/>
                  </a:cubicBezTo>
                  <a:cubicBezTo>
                    <a:pt x="12700" y="620268"/>
                    <a:pt x="15621" y="637413"/>
                    <a:pt x="19050" y="654050"/>
                  </a:cubicBezTo>
                  <a:cubicBezTo>
                    <a:pt x="42799" y="760476"/>
                    <a:pt x="56896" y="820293"/>
                    <a:pt x="61722" y="833374"/>
                  </a:cubicBezTo>
                  <a:cubicBezTo>
                    <a:pt x="80264" y="890524"/>
                    <a:pt x="106680" y="953008"/>
                    <a:pt x="140843" y="1020953"/>
                  </a:cubicBezTo>
                  <a:cubicBezTo>
                    <a:pt x="174752" y="1077341"/>
                    <a:pt x="207391" y="1121537"/>
                    <a:pt x="238887" y="1153414"/>
                  </a:cubicBezTo>
                  <a:cubicBezTo>
                    <a:pt x="290322" y="1009015"/>
                    <a:pt x="325247" y="894461"/>
                    <a:pt x="343662" y="809625"/>
                  </a:cubicBezTo>
                  <a:cubicBezTo>
                    <a:pt x="355854" y="742569"/>
                    <a:pt x="371221" y="642747"/>
                    <a:pt x="389890" y="510413"/>
                  </a:cubicBezTo>
                  <a:cubicBezTo>
                    <a:pt x="392303" y="490093"/>
                    <a:pt x="393954" y="459486"/>
                    <a:pt x="394716" y="418719"/>
                  </a:cubicBezTo>
                  <a:cubicBezTo>
                    <a:pt x="395478" y="377952"/>
                    <a:pt x="395478" y="327025"/>
                    <a:pt x="394716" y="265938"/>
                  </a:cubicBezTo>
                  <a:cubicBezTo>
                    <a:pt x="388493" y="170688"/>
                    <a:pt x="381254" y="114935"/>
                    <a:pt x="372999" y="98933"/>
                  </a:cubicBezTo>
                  <a:cubicBezTo>
                    <a:pt x="366268" y="76581"/>
                    <a:pt x="358521" y="58039"/>
                    <a:pt x="349885" y="43307"/>
                  </a:cubicBezTo>
                  <a:cubicBezTo>
                    <a:pt x="338582" y="26543"/>
                    <a:pt x="331597" y="17653"/>
                    <a:pt x="328803" y="16637"/>
                  </a:cubicBezTo>
                  <a:cubicBezTo>
                    <a:pt x="318262" y="6350"/>
                    <a:pt x="298069" y="762"/>
                    <a:pt x="268224" y="127"/>
                  </a:cubicBezTo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1164209" y="62865"/>
              <a:ext cx="569849" cy="863727"/>
            </a:xfrm>
            <a:custGeom>
              <a:rect b="b" l="l" r="r" t="t"/>
              <a:pathLst>
                <a:path extrusionOk="0" h="863727" w="569849">
                  <a:moveTo>
                    <a:pt x="392938" y="762"/>
                  </a:moveTo>
                  <a:lnTo>
                    <a:pt x="378079" y="1270"/>
                  </a:lnTo>
                  <a:cubicBezTo>
                    <a:pt x="348996" y="3048"/>
                    <a:pt x="324231" y="10414"/>
                    <a:pt x="303911" y="23114"/>
                  </a:cubicBezTo>
                  <a:cubicBezTo>
                    <a:pt x="264287" y="51054"/>
                    <a:pt x="237998" y="72517"/>
                    <a:pt x="225044" y="87376"/>
                  </a:cubicBezTo>
                  <a:cubicBezTo>
                    <a:pt x="205740" y="107061"/>
                    <a:pt x="187198" y="130048"/>
                    <a:pt x="169291" y="156210"/>
                  </a:cubicBezTo>
                  <a:lnTo>
                    <a:pt x="143002" y="197739"/>
                  </a:lnTo>
                  <a:cubicBezTo>
                    <a:pt x="125857" y="227076"/>
                    <a:pt x="109347" y="259461"/>
                    <a:pt x="93726" y="295148"/>
                  </a:cubicBezTo>
                  <a:cubicBezTo>
                    <a:pt x="82550" y="316992"/>
                    <a:pt x="62992" y="369570"/>
                    <a:pt x="34798" y="453009"/>
                  </a:cubicBezTo>
                  <a:cubicBezTo>
                    <a:pt x="26162" y="483616"/>
                    <a:pt x="18923" y="520319"/>
                    <a:pt x="12954" y="562991"/>
                  </a:cubicBezTo>
                  <a:cubicBezTo>
                    <a:pt x="6604" y="607314"/>
                    <a:pt x="2286" y="654431"/>
                    <a:pt x="0" y="704596"/>
                  </a:cubicBezTo>
                  <a:cubicBezTo>
                    <a:pt x="1143" y="763778"/>
                    <a:pt x="6223" y="816737"/>
                    <a:pt x="14986" y="863727"/>
                  </a:cubicBezTo>
                  <a:cubicBezTo>
                    <a:pt x="35306" y="850519"/>
                    <a:pt x="92710" y="808228"/>
                    <a:pt x="187325" y="736727"/>
                  </a:cubicBezTo>
                  <a:lnTo>
                    <a:pt x="423545" y="516509"/>
                  </a:lnTo>
                  <a:cubicBezTo>
                    <a:pt x="433705" y="505206"/>
                    <a:pt x="455168" y="475742"/>
                    <a:pt x="488188" y="428244"/>
                  </a:cubicBezTo>
                  <a:cubicBezTo>
                    <a:pt x="512572" y="391287"/>
                    <a:pt x="530987" y="357251"/>
                    <a:pt x="543687" y="326263"/>
                  </a:cubicBezTo>
                  <a:cubicBezTo>
                    <a:pt x="550037" y="310769"/>
                    <a:pt x="554863" y="296037"/>
                    <a:pt x="558292" y="282067"/>
                  </a:cubicBezTo>
                  <a:cubicBezTo>
                    <a:pt x="562991" y="265684"/>
                    <a:pt x="566801" y="229616"/>
                    <a:pt x="569849" y="173736"/>
                  </a:cubicBezTo>
                  <a:cubicBezTo>
                    <a:pt x="569849" y="132080"/>
                    <a:pt x="563245" y="99187"/>
                    <a:pt x="549656" y="75057"/>
                  </a:cubicBezTo>
                  <a:cubicBezTo>
                    <a:pt x="540893" y="55372"/>
                    <a:pt x="515874" y="35306"/>
                    <a:pt x="474345" y="15113"/>
                  </a:cubicBezTo>
                  <a:cubicBezTo>
                    <a:pt x="454914" y="4826"/>
                    <a:pt x="427736" y="0"/>
                    <a:pt x="392811" y="889"/>
                  </a:cubicBezTo>
                </a:path>
              </a:pathLst>
            </a:custGeom>
            <a:solidFill>
              <a:srgbClr val="A19A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2702259" y="7949172"/>
            <a:ext cx="136654" cy="136654"/>
            <a:chOff x="63500" y="63500"/>
            <a:chExt cx="136652" cy="136652"/>
          </a:xfrm>
        </p:grpSpPr>
        <p:sp>
          <p:nvSpPr>
            <p:cNvPr id="150" name="Google Shape;150;p3"/>
            <p:cNvSpPr/>
            <p:nvPr/>
          </p:nvSpPr>
          <p:spPr>
            <a:xfrm>
              <a:off x="65024" y="65151"/>
              <a:ext cx="133350" cy="133350"/>
            </a:xfrm>
            <a:custGeom>
              <a:rect b="b" l="l" r="r" t="t"/>
              <a:pathLst>
                <a:path extrusionOk="0" h="133350" w="133350">
                  <a:moveTo>
                    <a:pt x="133350" y="66675"/>
                  </a:moveTo>
                  <a:cubicBezTo>
                    <a:pt x="133350" y="75565"/>
                    <a:pt x="131699" y="84074"/>
                    <a:pt x="128270" y="92202"/>
                  </a:cubicBezTo>
                  <a:cubicBezTo>
                    <a:pt x="124841" y="100330"/>
                    <a:pt x="120015" y="107569"/>
                    <a:pt x="113792" y="113792"/>
                  </a:cubicBezTo>
                  <a:cubicBezTo>
                    <a:pt x="107569" y="120015"/>
                    <a:pt x="100330" y="124841"/>
                    <a:pt x="92202" y="128270"/>
                  </a:cubicBezTo>
                  <a:cubicBezTo>
                    <a:pt x="84074" y="131699"/>
                    <a:pt x="75565" y="133350"/>
                    <a:pt x="66675" y="133350"/>
                  </a:cubicBezTo>
                  <a:cubicBezTo>
                    <a:pt x="57785" y="133350"/>
                    <a:pt x="49276" y="131699"/>
                    <a:pt x="41148" y="128270"/>
                  </a:cubicBezTo>
                  <a:cubicBezTo>
                    <a:pt x="33020" y="124841"/>
                    <a:pt x="25781" y="120015"/>
                    <a:pt x="19558" y="113792"/>
                  </a:cubicBezTo>
                  <a:cubicBezTo>
                    <a:pt x="13335" y="107569"/>
                    <a:pt x="8509" y="100330"/>
                    <a:pt x="5080" y="92202"/>
                  </a:cubicBezTo>
                  <a:cubicBezTo>
                    <a:pt x="1651" y="84074"/>
                    <a:pt x="0" y="75565"/>
                    <a:pt x="0" y="66675"/>
                  </a:cubicBezTo>
                  <a:cubicBezTo>
                    <a:pt x="0" y="57785"/>
                    <a:pt x="1651" y="49276"/>
                    <a:pt x="5080" y="41148"/>
                  </a:cubicBezTo>
                  <a:cubicBezTo>
                    <a:pt x="8509" y="33020"/>
                    <a:pt x="13335" y="25781"/>
                    <a:pt x="19558" y="19558"/>
                  </a:cubicBezTo>
                  <a:cubicBezTo>
                    <a:pt x="25781" y="13335"/>
                    <a:pt x="33020" y="8509"/>
                    <a:pt x="41148" y="5080"/>
                  </a:cubicBezTo>
                  <a:cubicBezTo>
                    <a:pt x="49276" y="1651"/>
                    <a:pt x="57785" y="0"/>
                    <a:pt x="66675" y="0"/>
                  </a:cubicBezTo>
                  <a:cubicBezTo>
                    <a:pt x="75565" y="0"/>
                    <a:pt x="84074" y="1651"/>
                    <a:pt x="92202" y="5080"/>
                  </a:cubicBezTo>
                  <a:cubicBezTo>
                    <a:pt x="100330" y="8509"/>
                    <a:pt x="107569" y="13335"/>
                    <a:pt x="113792" y="19558"/>
                  </a:cubicBezTo>
                  <a:cubicBezTo>
                    <a:pt x="120015" y="25781"/>
                    <a:pt x="124841" y="33020"/>
                    <a:pt x="128270" y="41148"/>
                  </a:cubicBezTo>
                  <a:cubicBezTo>
                    <a:pt x="131699" y="49276"/>
                    <a:pt x="133350" y="57785"/>
                    <a:pt x="133350" y="66675"/>
                  </a:cubicBezTo>
                  <a:close/>
                </a:path>
              </a:pathLst>
            </a:custGeom>
            <a:solidFill>
              <a:srgbClr val="4237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63500" y="63500"/>
              <a:ext cx="136652" cy="136652"/>
            </a:xfrm>
            <a:custGeom>
              <a:rect b="b" l="l" r="r" t="t"/>
              <a:pathLst>
                <a:path extrusionOk="0" h="136652" w="136652">
                  <a:moveTo>
                    <a:pt x="136525" y="68326"/>
                  </a:moveTo>
                  <a:cubicBezTo>
                    <a:pt x="136525" y="77343"/>
                    <a:pt x="134747" y="86106"/>
                    <a:pt x="131318" y="94488"/>
                  </a:cubicBezTo>
                  <a:lnTo>
                    <a:pt x="131318" y="94488"/>
                  </a:lnTo>
                  <a:lnTo>
                    <a:pt x="131318" y="94488"/>
                  </a:lnTo>
                  <a:cubicBezTo>
                    <a:pt x="127889" y="102870"/>
                    <a:pt x="122936" y="110236"/>
                    <a:pt x="116459" y="116586"/>
                  </a:cubicBezTo>
                  <a:lnTo>
                    <a:pt x="115316" y="115443"/>
                  </a:lnTo>
                  <a:lnTo>
                    <a:pt x="116459" y="116586"/>
                  </a:lnTo>
                  <a:cubicBezTo>
                    <a:pt x="110109" y="122936"/>
                    <a:pt x="102616" y="127889"/>
                    <a:pt x="94361" y="131445"/>
                  </a:cubicBezTo>
                  <a:lnTo>
                    <a:pt x="94361" y="131445"/>
                  </a:lnTo>
                  <a:lnTo>
                    <a:pt x="94361" y="131445"/>
                  </a:lnTo>
                  <a:cubicBezTo>
                    <a:pt x="85979" y="134874"/>
                    <a:pt x="77343" y="136652"/>
                    <a:pt x="68199" y="136652"/>
                  </a:cubicBezTo>
                  <a:lnTo>
                    <a:pt x="68199" y="135128"/>
                  </a:lnTo>
                  <a:lnTo>
                    <a:pt x="68199" y="136652"/>
                  </a:lnTo>
                  <a:cubicBezTo>
                    <a:pt x="59182" y="136652"/>
                    <a:pt x="50419" y="134874"/>
                    <a:pt x="42037" y="131445"/>
                  </a:cubicBezTo>
                  <a:lnTo>
                    <a:pt x="42037" y="131445"/>
                  </a:lnTo>
                  <a:lnTo>
                    <a:pt x="42037" y="131445"/>
                  </a:lnTo>
                  <a:cubicBezTo>
                    <a:pt x="33655" y="128016"/>
                    <a:pt x="26289" y="123063"/>
                    <a:pt x="19939" y="116586"/>
                  </a:cubicBezTo>
                  <a:lnTo>
                    <a:pt x="21082" y="115443"/>
                  </a:lnTo>
                  <a:lnTo>
                    <a:pt x="19939" y="116586"/>
                  </a:lnTo>
                  <a:cubicBezTo>
                    <a:pt x="13589" y="110236"/>
                    <a:pt x="8636" y="102743"/>
                    <a:pt x="5080" y="94488"/>
                  </a:cubicBezTo>
                  <a:lnTo>
                    <a:pt x="5080" y="94488"/>
                  </a:lnTo>
                  <a:lnTo>
                    <a:pt x="5080" y="94488"/>
                  </a:lnTo>
                  <a:cubicBezTo>
                    <a:pt x="1778" y="85979"/>
                    <a:pt x="0" y="77343"/>
                    <a:pt x="0" y="68326"/>
                  </a:cubicBezTo>
                  <a:lnTo>
                    <a:pt x="1524" y="68326"/>
                  </a:lnTo>
                  <a:lnTo>
                    <a:pt x="0" y="68326"/>
                  </a:lnTo>
                  <a:cubicBezTo>
                    <a:pt x="0" y="59309"/>
                    <a:pt x="1778" y="50546"/>
                    <a:pt x="5207" y="42164"/>
                  </a:cubicBezTo>
                  <a:lnTo>
                    <a:pt x="5207" y="42164"/>
                  </a:lnTo>
                  <a:lnTo>
                    <a:pt x="5207" y="42164"/>
                  </a:lnTo>
                  <a:cubicBezTo>
                    <a:pt x="8636" y="33782"/>
                    <a:pt x="13589" y="26416"/>
                    <a:pt x="20066" y="20066"/>
                  </a:cubicBezTo>
                  <a:lnTo>
                    <a:pt x="21209" y="21209"/>
                  </a:lnTo>
                  <a:lnTo>
                    <a:pt x="20066" y="20066"/>
                  </a:lnTo>
                  <a:cubicBezTo>
                    <a:pt x="26416" y="13716"/>
                    <a:pt x="33909" y="8763"/>
                    <a:pt x="42164" y="5207"/>
                  </a:cubicBezTo>
                  <a:lnTo>
                    <a:pt x="42164" y="5207"/>
                  </a:lnTo>
                  <a:lnTo>
                    <a:pt x="42164" y="5207"/>
                  </a:lnTo>
                  <a:cubicBezTo>
                    <a:pt x="50546" y="1778"/>
                    <a:pt x="59182" y="0"/>
                    <a:pt x="68326" y="0"/>
                  </a:cubicBezTo>
                  <a:lnTo>
                    <a:pt x="68326" y="1524"/>
                  </a:lnTo>
                  <a:lnTo>
                    <a:pt x="68326" y="0"/>
                  </a:lnTo>
                  <a:cubicBezTo>
                    <a:pt x="77343" y="0"/>
                    <a:pt x="86106" y="1778"/>
                    <a:pt x="94488" y="5207"/>
                  </a:cubicBezTo>
                  <a:lnTo>
                    <a:pt x="94488" y="5207"/>
                  </a:lnTo>
                  <a:lnTo>
                    <a:pt x="94488" y="5207"/>
                  </a:lnTo>
                  <a:cubicBezTo>
                    <a:pt x="102870" y="8636"/>
                    <a:pt x="110236" y="13589"/>
                    <a:pt x="116586" y="20066"/>
                  </a:cubicBezTo>
                  <a:lnTo>
                    <a:pt x="115443" y="21209"/>
                  </a:lnTo>
                  <a:lnTo>
                    <a:pt x="116586" y="20066"/>
                  </a:lnTo>
                  <a:cubicBezTo>
                    <a:pt x="122936" y="26416"/>
                    <a:pt x="127889" y="33909"/>
                    <a:pt x="131445" y="42164"/>
                  </a:cubicBezTo>
                  <a:lnTo>
                    <a:pt x="131445" y="42164"/>
                  </a:lnTo>
                  <a:lnTo>
                    <a:pt x="131445" y="42164"/>
                  </a:lnTo>
                  <a:cubicBezTo>
                    <a:pt x="134874" y="50546"/>
                    <a:pt x="136652" y="59182"/>
                    <a:pt x="136652" y="68326"/>
                  </a:cubicBezTo>
                  <a:lnTo>
                    <a:pt x="135128" y="68326"/>
                  </a:lnTo>
                  <a:lnTo>
                    <a:pt x="136652" y="68326"/>
                  </a:lnTo>
                  <a:moveTo>
                    <a:pt x="133477" y="68326"/>
                  </a:moveTo>
                  <a:cubicBezTo>
                    <a:pt x="133477" y="59690"/>
                    <a:pt x="131826" y="51435"/>
                    <a:pt x="128524" y="43434"/>
                  </a:cubicBezTo>
                  <a:lnTo>
                    <a:pt x="130048" y="42799"/>
                  </a:lnTo>
                  <a:lnTo>
                    <a:pt x="128524" y="43434"/>
                  </a:lnTo>
                  <a:cubicBezTo>
                    <a:pt x="125222" y="35433"/>
                    <a:pt x="120523" y="28448"/>
                    <a:pt x="114427" y="22352"/>
                  </a:cubicBezTo>
                  <a:cubicBezTo>
                    <a:pt x="108331" y="16256"/>
                    <a:pt x="101346" y="11557"/>
                    <a:pt x="93345" y="8255"/>
                  </a:cubicBezTo>
                  <a:lnTo>
                    <a:pt x="93980" y="6731"/>
                  </a:lnTo>
                  <a:lnTo>
                    <a:pt x="93345" y="8255"/>
                  </a:lnTo>
                  <a:cubicBezTo>
                    <a:pt x="85344" y="4953"/>
                    <a:pt x="77089" y="3302"/>
                    <a:pt x="68453" y="3302"/>
                  </a:cubicBezTo>
                  <a:cubicBezTo>
                    <a:pt x="59817" y="3302"/>
                    <a:pt x="51562" y="4953"/>
                    <a:pt x="43561" y="8255"/>
                  </a:cubicBezTo>
                  <a:lnTo>
                    <a:pt x="42926" y="6731"/>
                  </a:lnTo>
                  <a:lnTo>
                    <a:pt x="43561" y="8255"/>
                  </a:lnTo>
                  <a:cubicBezTo>
                    <a:pt x="35560" y="11557"/>
                    <a:pt x="28575" y="16256"/>
                    <a:pt x="22479" y="22352"/>
                  </a:cubicBezTo>
                  <a:cubicBezTo>
                    <a:pt x="16383" y="28448"/>
                    <a:pt x="11430" y="35433"/>
                    <a:pt x="8128" y="43307"/>
                  </a:cubicBezTo>
                  <a:lnTo>
                    <a:pt x="6604" y="42672"/>
                  </a:lnTo>
                  <a:lnTo>
                    <a:pt x="8128" y="43307"/>
                  </a:lnTo>
                  <a:cubicBezTo>
                    <a:pt x="4826" y="51308"/>
                    <a:pt x="3175" y="59563"/>
                    <a:pt x="3175" y="68199"/>
                  </a:cubicBezTo>
                  <a:cubicBezTo>
                    <a:pt x="3175" y="76835"/>
                    <a:pt x="4826" y="85090"/>
                    <a:pt x="8128" y="93091"/>
                  </a:cubicBezTo>
                  <a:lnTo>
                    <a:pt x="6604" y="93726"/>
                  </a:lnTo>
                  <a:lnTo>
                    <a:pt x="8128" y="93091"/>
                  </a:lnTo>
                  <a:cubicBezTo>
                    <a:pt x="11430" y="101092"/>
                    <a:pt x="16129" y="108077"/>
                    <a:pt x="22225" y="114173"/>
                  </a:cubicBezTo>
                  <a:cubicBezTo>
                    <a:pt x="28321" y="120269"/>
                    <a:pt x="35306" y="124968"/>
                    <a:pt x="43307" y="128270"/>
                  </a:cubicBezTo>
                  <a:lnTo>
                    <a:pt x="42672" y="129794"/>
                  </a:lnTo>
                  <a:lnTo>
                    <a:pt x="43307" y="128270"/>
                  </a:lnTo>
                  <a:cubicBezTo>
                    <a:pt x="51308" y="131572"/>
                    <a:pt x="59563" y="133223"/>
                    <a:pt x="68199" y="133223"/>
                  </a:cubicBezTo>
                  <a:cubicBezTo>
                    <a:pt x="76835" y="133223"/>
                    <a:pt x="85090" y="131572"/>
                    <a:pt x="93091" y="128270"/>
                  </a:cubicBezTo>
                  <a:lnTo>
                    <a:pt x="93726" y="129794"/>
                  </a:lnTo>
                  <a:lnTo>
                    <a:pt x="93091" y="128270"/>
                  </a:lnTo>
                  <a:cubicBezTo>
                    <a:pt x="101092" y="124968"/>
                    <a:pt x="108077" y="120269"/>
                    <a:pt x="114173" y="114173"/>
                  </a:cubicBezTo>
                  <a:cubicBezTo>
                    <a:pt x="120269" y="108077"/>
                    <a:pt x="124968" y="101092"/>
                    <a:pt x="128270" y="93091"/>
                  </a:cubicBezTo>
                  <a:lnTo>
                    <a:pt x="129794" y="93726"/>
                  </a:lnTo>
                  <a:lnTo>
                    <a:pt x="128270" y="93091"/>
                  </a:lnTo>
                  <a:cubicBezTo>
                    <a:pt x="131572" y="85090"/>
                    <a:pt x="133223" y="76835"/>
                    <a:pt x="133223" y="68199"/>
                  </a:cubicBezTo>
                  <a:close/>
                </a:path>
              </a:pathLst>
            </a:custGeom>
            <a:solidFill>
              <a:srgbClr val="4237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3"/>
          <p:cNvSpPr/>
          <p:nvPr/>
        </p:nvSpPr>
        <p:spPr>
          <a:xfrm>
            <a:off x="3088262" y="2702957"/>
            <a:ext cx="142875" cy="142748"/>
          </a:xfrm>
          <a:custGeom>
            <a:rect b="b" l="l" r="r" t="t"/>
            <a:pathLst>
              <a:path extrusionOk="0" h="142748" w="142875">
                <a:moveTo>
                  <a:pt x="142875" y="71374"/>
                </a:moveTo>
                <a:cubicBezTo>
                  <a:pt x="142875" y="80899"/>
                  <a:pt x="141097" y="89916"/>
                  <a:pt x="137414" y="98679"/>
                </a:cubicBezTo>
                <a:lnTo>
                  <a:pt x="137414" y="98679"/>
                </a:lnTo>
                <a:lnTo>
                  <a:pt x="137414" y="98679"/>
                </a:lnTo>
                <a:cubicBezTo>
                  <a:pt x="133731" y="107442"/>
                  <a:pt x="128651" y="115189"/>
                  <a:pt x="121920" y="121793"/>
                </a:cubicBezTo>
                <a:lnTo>
                  <a:pt x="118491" y="118364"/>
                </a:lnTo>
                <a:lnTo>
                  <a:pt x="121920" y="121793"/>
                </a:lnTo>
                <a:cubicBezTo>
                  <a:pt x="115189" y="128524"/>
                  <a:pt x="107442" y="133604"/>
                  <a:pt x="98806" y="137287"/>
                </a:cubicBezTo>
                <a:lnTo>
                  <a:pt x="98806" y="137287"/>
                </a:lnTo>
                <a:lnTo>
                  <a:pt x="98806" y="137287"/>
                </a:lnTo>
                <a:cubicBezTo>
                  <a:pt x="90043" y="140970"/>
                  <a:pt x="80899" y="142748"/>
                  <a:pt x="71501" y="142748"/>
                </a:cubicBezTo>
                <a:lnTo>
                  <a:pt x="71501" y="137922"/>
                </a:lnTo>
                <a:lnTo>
                  <a:pt x="71501" y="142748"/>
                </a:lnTo>
                <a:cubicBezTo>
                  <a:pt x="61976" y="142748"/>
                  <a:pt x="52959" y="140970"/>
                  <a:pt x="44196" y="137287"/>
                </a:cubicBezTo>
                <a:lnTo>
                  <a:pt x="44196" y="137287"/>
                </a:lnTo>
                <a:lnTo>
                  <a:pt x="44196" y="137287"/>
                </a:lnTo>
                <a:cubicBezTo>
                  <a:pt x="35433" y="133604"/>
                  <a:pt x="27686" y="128524"/>
                  <a:pt x="21082" y="121793"/>
                </a:cubicBezTo>
                <a:lnTo>
                  <a:pt x="24511" y="118364"/>
                </a:lnTo>
                <a:lnTo>
                  <a:pt x="21082" y="121793"/>
                </a:lnTo>
                <a:cubicBezTo>
                  <a:pt x="14224" y="115316"/>
                  <a:pt x="9017" y="107569"/>
                  <a:pt x="5461" y="98806"/>
                </a:cubicBezTo>
                <a:lnTo>
                  <a:pt x="5461" y="98806"/>
                </a:lnTo>
                <a:lnTo>
                  <a:pt x="5461" y="98806"/>
                </a:lnTo>
                <a:cubicBezTo>
                  <a:pt x="1778" y="90043"/>
                  <a:pt x="0" y="80899"/>
                  <a:pt x="0" y="71374"/>
                </a:cubicBezTo>
                <a:lnTo>
                  <a:pt x="4826" y="71374"/>
                </a:lnTo>
                <a:lnTo>
                  <a:pt x="0" y="71374"/>
                </a:lnTo>
                <a:cubicBezTo>
                  <a:pt x="0" y="61849"/>
                  <a:pt x="1778" y="52832"/>
                  <a:pt x="5461" y="44069"/>
                </a:cubicBezTo>
                <a:lnTo>
                  <a:pt x="5461" y="44069"/>
                </a:lnTo>
                <a:lnTo>
                  <a:pt x="5461" y="44069"/>
                </a:lnTo>
                <a:cubicBezTo>
                  <a:pt x="9144" y="35306"/>
                  <a:pt x="14224" y="27559"/>
                  <a:pt x="20955" y="20955"/>
                </a:cubicBezTo>
                <a:lnTo>
                  <a:pt x="24384" y="24384"/>
                </a:lnTo>
                <a:lnTo>
                  <a:pt x="20955" y="20955"/>
                </a:lnTo>
                <a:cubicBezTo>
                  <a:pt x="27559" y="14224"/>
                  <a:pt x="35306" y="9017"/>
                  <a:pt x="44069" y="5461"/>
                </a:cubicBezTo>
                <a:lnTo>
                  <a:pt x="44069" y="5461"/>
                </a:lnTo>
                <a:lnTo>
                  <a:pt x="44069" y="5461"/>
                </a:lnTo>
                <a:cubicBezTo>
                  <a:pt x="52832" y="1778"/>
                  <a:pt x="61976" y="0"/>
                  <a:pt x="71374" y="0"/>
                </a:cubicBezTo>
                <a:lnTo>
                  <a:pt x="71374" y="4826"/>
                </a:lnTo>
                <a:lnTo>
                  <a:pt x="71374" y="0"/>
                </a:lnTo>
                <a:cubicBezTo>
                  <a:pt x="80899" y="0"/>
                  <a:pt x="89916" y="1778"/>
                  <a:pt x="98679" y="5461"/>
                </a:cubicBezTo>
                <a:lnTo>
                  <a:pt x="98679" y="5461"/>
                </a:lnTo>
                <a:lnTo>
                  <a:pt x="98679" y="5461"/>
                </a:lnTo>
                <a:cubicBezTo>
                  <a:pt x="107442" y="9144"/>
                  <a:pt x="115189" y="14224"/>
                  <a:pt x="121793" y="20955"/>
                </a:cubicBezTo>
                <a:lnTo>
                  <a:pt x="118364" y="24384"/>
                </a:lnTo>
                <a:lnTo>
                  <a:pt x="121793" y="20955"/>
                </a:lnTo>
                <a:cubicBezTo>
                  <a:pt x="128524" y="27686"/>
                  <a:pt x="133604" y="35433"/>
                  <a:pt x="137287" y="44069"/>
                </a:cubicBezTo>
                <a:lnTo>
                  <a:pt x="137287" y="44069"/>
                </a:lnTo>
                <a:lnTo>
                  <a:pt x="137287" y="44069"/>
                </a:lnTo>
                <a:cubicBezTo>
                  <a:pt x="140970" y="52832"/>
                  <a:pt x="142748" y="61976"/>
                  <a:pt x="142748" y="71374"/>
                </a:cubicBezTo>
                <a:lnTo>
                  <a:pt x="137922" y="71374"/>
                </a:lnTo>
                <a:lnTo>
                  <a:pt x="142748" y="71374"/>
                </a:lnTo>
                <a:moveTo>
                  <a:pt x="133223" y="71374"/>
                </a:moveTo>
                <a:cubicBezTo>
                  <a:pt x="133223" y="63119"/>
                  <a:pt x="131699" y="55245"/>
                  <a:pt x="128524" y="47625"/>
                </a:cubicBezTo>
                <a:lnTo>
                  <a:pt x="132969" y="45847"/>
                </a:lnTo>
                <a:lnTo>
                  <a:pt x="128524" y="47625"/>
                </a:lnTo>
                <a:cubicBezTo>
                  <a:pt x="125349" y="40005"/>
                  <a:pt x="120904" y="33401"/>
                  <a:pt x="115062" y="27559"/>
                </a:cubicBezTo>
                <a:lnTo>
                  <a:pt x="115062" y="27559"/>
                </a:lnTo>
                <a:lnTo>
                  <a:pt x="115062" y="27559"/>
                </a:lnTo>
                <a:cubicBezTo>
                  <a:pt x="109220" y="21717"/>
                  <a:pt x="102616" y="17272"/>
                  <a:pt x="94996" y="14097"/>
                </a:cubicBezTo>
                <a:lnTo>
                  <a:pt x="96901" y="9779"/>
                </a:lnTo>
                <a:lnTo>
                  <a:pt x="95123" y="14224"/>
                </a:lnTo>
                <a:cubicBezTo>
                  <a:pt x="87503" y="11049"/>
                  <a:pt x="79629" y="9525"/>
                  <a:pt x="71374" y="9525"/>
                </a:cubicBezTo>
                <a:cubicBezTo>
                  <a:pt x="63119" y="9525"/>
                  <a:pt x="55245" y="11049"/>
                  <a:pt x="47625" y="14224"/>
                </a:cubicBezTo>
                <a:lnTo>
                  <a:pt x="45974" y="9779"/>
                </a:lnTo>
                <a:lnTo>
                  <a:pt x="47752" y="14224"/>
                </a:lnTo>
                <a:cubicBezTo>
                  <a:pt x="40132" y="17399"/>
                  <a:pt x="33528" y="21844"/>
                  <a:pt x="27686" y="27686"/>
                </a:cubicBezTo>
                <a:lnTo>
                  <a:pt x="27686" y="27686"/>
                </a:lnTo>
                <a:lnTo>
                  <a:pt x="27686" y="27686"/>
                </a:lnTo>
                <a:cubicBezTo>
                  <a:pt x="21844" y="33528"/>
                  <a:pt x="17399" y="40132"/>
                  <a:pt x="14224" y="47752"/>
                </a:cubicBezTo>
                <a:lnTo>
                  <a:pt x="9779" y="45974"/>
                </a:lnTo>
                <a:lnTo>
                  <a:pt x="14224" y="47752"/>
                </a:lnTo>
                <a:cubicBezTo>
                  <a:pt x="11049" y="55372"/>
                  <a:pt x="9525" y="63246"/>
                  <a:pt x="9525" y="71374"/>
                </a:cubicBezTo>
                <a:cubicBezTo>
                  <a:pt x="9525" y="79502"/>
                  <a:pt x="11049" y="87503"/>
                  <a:pt x="14224" y="95123"/>
                </a:cubicBezTo>
                <a:lnTo>
                  <a:pt x="9779" y="96901"/>
                </a:lnTo>
                <a:lnTo>
                  <a:pt x="14224" y="95123"/>
                </a:lnTo>
                <a:cubicBezTo>
                  <a:pt x="17399" y="102743"/>
                  <a:pt x="21844" y="109347"/>
                  <a:pt x="27686" y="115189"/>
                </a:cubicBezTo>
                <a:lnTo>
                  <a:pt x="27686" y="115189"/>
                </a:lnTo>
                <a:lnTo>
                  <a:pt x="27686" y="115189"/>
                </a:lnTo>
                <a:cubicBezTo>
                  <a:pt x="33528" y="121031"/>
                  <a:pt x="40132" y="125476"/>
                  <a:pt x="47752" y="128651"/>
                </a:cubicBezTo>
                <a:lnTo>
                  <a:pt x="45974" y="133096"/>
                </a:lnTo>
                <a:lnTo>
                  <a:pt x="47752" y="128651"/>
                </a:lnTo>
                <a:cubicBezTo>
                  <a:pt x="55372" y="131826"/>
                  <a:pt x="63246" y="133350"/>
                  <a:pt x="71501" y="133350"/>
                </a:cubicBezTo>
                <a:cubicBezTo>
                  <a:pt x="79756" y="133350"/>
                  <a:pt x="87630" y="131826"/>
                  <a:pt x="95250" y="128651"/>
                </a:cubicBezTo>
                <a:lnTo>
                  <a:pt x="97028" y="133096"/>
                </a:lnTo>
                <a:lnTo>
                  <a:pt x="95250" y="128651"/>
                </a:lnTo>
                <a:cubicBezTo>
                  <a:pt x="102870" y="125476"/>
                  <a:pt x="109474" y="121031"/>
                  <a:pt x="115316" y="115189"/>
                </a:cubicBezTo>
                <a:lnTo>
                  <a:pt x="115316" y="115189"/>
                </a:lnTo>
                <a:lnTo>
                  <a:pt x="115316" y="115189"/>
                </a:lnTo>
                <a:cubicBezTo>
                  <a:pt x="121158" y="109347"/>
                  <a:pt x="125603" y="102743"/>
                  <a:pt x="128778" y="95123"/>
                </a:cubicBezTo>
                <a:lnTo>
                  <a:pt x="133223" y="96901"/>
                </a:lnTo>
                <a:lnTo>
                  <a:pt x="128778" y="95123"/>
                </a:lnTo>
                <a:cubicBezTo>
                  <a:pt x="131953" y="87503"/>
                  <a:pt x="133477" y="79629"/>
                  <a:pt x="133477" y="71374"/>
                </a:cubicBezTo>
                <a:close/>
              </a:path>
            </a:pathLst>
          </a:custGeom>
          <a:solidFill>
            <a:srgbClr val="4237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3088262" y="4388882"/>
            <a:ext cx="142875" cy="142748"/>
          </a:xfrm>
          <a:custGeom>
            <a:rect b="b" l="l" r="r" t="t"/>
            <a:pathLst>
              <a:path extrusionOk="0" h="142748" w="142875">
                <a:moveTo>
                  <a:pt x="142875" y="71374"/>
                </a:moveTo>
                <a:cubicBezTo>
                  <a:pt x="142875" y="80899"/>
                  <a:pt x="141097" y="89916"/>
                  <a:pt x="137414" y="98679"/>
                </a:cubicBezTo>
                <a:lnTo>
                  <a:pt x="137414" y="98679"/>
                </a:lnTo>
                <a:lnTo>
                  <a:pt x="137414" y="98679"/>
                </a:lnTo>
                <a:cubicBezTo>
                  <a:pt x="133731" y="107442"/>
                  <a:pt x="128651" y="115189"/>
                  <a:pt x="121920" y="121793"/>
                </a:cubicBezTo>
                <a:lnTo>
                  <a:pt x="118491" y="118364"/>
                </a:lnTo>
                <a:lnTo>
                  <a:pt x="121920" y="121793"/>
                </a:lnTo>
                <a:cubicBezTo>
                  <a:pt x="115189" y="128524"/>
                  <a:pt x="107442" y="133604"/>
                  <a:pt x="98806" y="137287"/>
                </a:cubicBezTo>
                <a:lnTo>
                  <a:pt x="98806" y="137287"/>
                </a:lnTo>
                <a:lnTo>
                  <a:pt x="98806" y="137287"/>
                </a:lnTo>
                <a:cubicBezTo>
                  <a:pt x="90043" y="140970"/>
                  <a:pt x="80899" y="142748"/>
                  <a:pt x="71501" y="142748"/>
                </a:cubicBezTo>
                <a:lnTo>
                  <a:pt x="71501" y="137922"/>
                </a:lnTo>
                <a:lnTo>
                  <a:pt x="71501" y="142748"/>
                </a:lnTo>
                <a:cubicBezTo>
                  <a:pt x="61976" y="142748"/>
                  <a:pt x="52959" y="140970"/>
                  <a:pt x="44196" y="137287"/>
                </a:cubicBezTo>
                <a:lnTo>
                  <a:pt x="44196" y="137287"/>
                </a:lnTo>
                <a:lnTo>
                  <a:pt x="44196" y="137287"/>
                </a:lnTo>
                <a:cubicBezTo>
                  <a:pt x="35433" y="133604"/>
                  <a:pt x="27686" y="128524"/>
                  <a:pt x="21082" y="121793"/>
                </a:cubicBezTo>
                <a:lnTo>
                  <a:pt x="24511" y="118364"/>
                </a:lnTo>
                <a:lnTo>
                  <a:pt x="21082" y="121793"/>
                </a:lnTo>
                <a:cubicBezTo>
                  <a:pt x="14224" y="115316"/>
                  <a:pt x="9017" y="107569"/>
                  <a:pt x="5461" y="98806"/>
                </a:cubicBezTo>
                <a:lnTo>
                  <a:pt x="5461" y="98806"/>
                </a:lnTo>
                <a:lnTo>
                  <a:pt x="5461" y="98806"/>
                </a:lnTo>
                <a:cubicBezTo>
                  <a:pt x="1778" y="90043"/>
                  <a:pt x="0" y="80899"/>
                  <a:pt x="0" y="71374"/>
                </a:cubicBezTo>
                <a:lnTo>
                  <a:pt x="4826" y="71374"/>
                </a:lnTo>
                <a:lnTo>
                  <a:pt x="0" y="71374"/>
                </a:lnTo>
                <a:cubicBezTo>
                  <a:pt x="0" y="61849"/>
                  <a:pt x="1778" y="52832"/>
                  <a:pt x="5461" y="44069"/>
                </a:cubicBezTo>
                <a:lnTo>
                  <a:pt x="5461" y="44069"/>
                </a:lnTo>
                <a:lnTo>
                  <a:pt x="5461" y="44069"/>
                </a:lnTo>
                <a:cubicBezTo>
                  <a:pt x="9144" y="35306"/>
                  <a:pt x="14224" y="27559"/>
                  <a:pt x="20955" y="20955"/>
                </a:cubicBezTo>
                <a:lnTo>
                  <a:pt x="24384" y="24384"/>
                </a:lnTo>
                <a:lnTo>
                  <a:pt x="20955" y="20955"/>
                </a:lnTo>
                <a:cubicBezTo>
                  <a:pt x="27559" y="14224"/>
                  <a:pt x="35306" y="9017"/>
                  <a:pt x="44069" y="5461"/>
                </a:cubicBezTo>
                <a:lnTo>
                  <a:pt x="44069" y="5461"/>
                </a:lnTo>
                <a:lnTo>
                  <a:pt x="44069" y="5461"/>
                </a:lnTo>
                <a:cubicBezTo>
                  <a:pt x="52832" y="1778"/>
                  <a:pt x="61976" y="0"/>
                  <a:pt x="71374" y="0"/>
                </a:cubicBezTo>
                <a:lnTo>
                  <a:pt x="71374" y="4826"/>
                </a:lnTo>
                <a:lnTo>
                  <a:pt x="71374" y="0"/>
                </a:lnTo>
                <a:cubicBezTo>
                  <a:pt x="80899" y="0"/>
                  <a:pt x="89916" y="1778"/>
                  <a:pt x="98679" y="5461"/>
                </a:cubicBezTo>
                <a:lnTo>
                  <a:pt x="98679" y="5461"/>
                </a:lnTo>
                <a:lnTo>
                  <a:pt x="98679" y="5461"/>
                </a:lnTo>
                <a:cubicBezTo>
                  <a:pt x="107442" y="9144"/>
                  <a:pt x="115189" y="14224"/>
                  <a:pt x="121793" y="20955"/>
                </a:cubicBezTo>
                <a:lnTo>
                  <a:pt x="118364" y="24384"/>
                </a:lnTo>
                <a:lnTo>
                  <a:pt x="121793" y="20955"/>
                </a:lnTo>
                <a:cubicBezTo>
                  <a:pt x="128524" y="27686"/>
                  <a:pt x="133604" y="35433"/>
                  <a:pt x="137287" y="44069"/>
                </a:cubicBezTo>
                <a:lnTo>
                  <a:pt x="137287" y="44069"/>
                </a:lnTo>
                <a:lnTo>
                  <a:pt x="137287" y="44069"/>
                </a:lnTo>
                <a:cubicBezTo>
                  <a:pt x="140970" y="52832"/>
                  <a:pt x="142748" y="61976"/>
                  <a:pt x="142748" y="71374"/>
                </a:cubicBezTo>
                <a:lnTo>
                  <a:pt x="137922" y="71374"/>
                </a:lnTo>
                <a:lnTo>
                  <a:pt x="142748" y="71374"/>
                </a:lnTo>
                <a:moveTo>
                  <a:pt x="133223" y="71374"/>
                </a:moveTo>
                <a:cubicBezTo>
                  <a:pt x="133223" y="63119"/>
                  <a:pt x="131699" y="55245"/>
                  <a:pt x="128524" y="47625"/>
                </a:cubicBezTo>
                <a:lnTo>
                  <a:pt x="132969" y="45847"/>
                </a:lnTo>
                <a:lnTo>
                  <a:pt x="128524" y="47625"/>
                </a:lnTo>
                <a:cubicBezTo>
                  <a:pt x="125349" y="40005"/>
                  <a:pt x="120904" y="33401"/>
                  <a:pt x="115062" y="27559"/>
                </a:cubicBezTo>
                <a:cubicBezTo>
                  <a:pt x="109220" y="21717"/>
                  <a:pt x="102616" y="17272"/>
                  <a:pt x="94996" y="14097"/>
                </a:cubicBezTo>
                <a:lnTo>
                  <a:pt x="96901" y="9779"/>
                </a:lnTo>
                <a:lnTo>
                  <a:pt x="95123" y="14224"/>
                </a:lnTo>
                <a:cubicBezTo>
                  <a:pt x="87503" y="11049"/>
                  <a:pt x="79629" y="9525"/>
                  <a:pt x="71374" y="9525"/>
                </a:cubicBezTo>
                <a:cubicBezTo>
                  <a:pt x="63119" y="9525"/>
                  <a:pt x="55245" y="11049"/>
                  <a:pt x="47625" y="14224"/>
                </a:cubicBezTo>
                <a:lnTo>
                  <a:pt x="45974" y="9779"/>
                </a:lnTo>
                <a:lnTo>
                  <a:pt x="47752" y="14224"/>
                </a:lnTo>
                <a:cubicBezTo>
                  <a:pt x="40132" y="17399"/>
                  <a:pt x="33528" y="21844"/>
                  <a:pt x="27686" y="27686"/>
                </a:cubicBezTo>
                <a:cubicBezTo>
                  <a:pt x="21844" y="33528"/>
                  <a:pt x="17399" y="40132"/>
                  <a:pt x="14224" y="47752"/>
                </a:cubicBezTo>
                <a:lnTo>
                  <a:pt x="9779" y="45974"/>
                </a:lnTo>
                <a:lnTo>
                  <a:pt x="14224" y="47752"/>
                </a:lnTo>
                <a:cubicBezTo>
                  <a:pt x="11049" y="55372"/>
                  <a:pt x="9525" y="63246"/>
                  <a:pt x="9525" y="71374"/>
                </a:cubicBezTo>
                <a:cubicBezTo>
                  <a:pt x="9525" y="79502"/>
                  <a:pt x="11049" y="87503"/>
                  <a:pt x="14224" y="95123"/>
                </a:cubicBezTo>
                <a:lnTo>
                  <a:pt x="9779" y="96901"/>
                </a:lnTo>
                <a:lnTo>
                  <a:pt x="14224" y="95123"/>
                </a:lnTo>
                <a:cubicBezTo>
                  <a:pt x="17399" y="102743"/>
                  <a:pt x="21844" y="109347"/>
                  <a:pt x="27686" y="115189"/>
                </a:cubicBezTo>
                <a:cubicBezTo>
                  <a:pt x="33528" y="121031"/>
                  <a:pt x="40132" y="125476"/>
                  <a:pt x="47752" y="128651"/>
                </a:cubicBezTo>
                <a:lnTo>
                  <a:pt x="45974" y="133096"/>
                </a:lnTo>
                <a:lnTo>
                  <a:pt x="47752" y="128651"/>
                </a:lnTo>
                <a:cubicBezTo>
                  <a:pt x="55372" y="131826"/>
                  <a:pt x="63246" y="133350"/>
                  <a:pt x="71501" y="133350"/>
                </a:cubicBezTo>
                <a:cubicBezTo>
                  <a:pt x="79756" y="133350"/>
                  <a:pt x="87630" y="131826"/>
                  <a:pt x="95250" y="128651"/>
                </a:cubicBezTo>
                <a:lnTo>
                  <a:pt x="97028" y="133096"/>
                </a:lnTo>
                <a:lnTo>
                  <a:pt x="95250" y="128651"/>
                </a:lnTo>
                <a:cubicBezTo>
                  <a:pt x="102870" y="125476"/>
                  <a:pt x="109474" y="121031"/>
                  <a:pt x="115316" y="115189"/>
                </a:cubicBezTo>
                <a:cubicBezTo>
                  <a:pt x="121158" y="109347"/>
                  <a:pt x="125603" y="102743"/>
                  <a:pt x="128778" y="95123"/>
                </a:cubicBezTo>
                <a:lnTo>
                  <a:pt x="133223" y="96901"/>
                </a:lnTo>
                <a:lnTo>
                  <a:pt x="128778" y="95123"/>
                </a:lnTo>
                <a:cubicBezTo>
                  <a:pt x="131953" y="87503"/>
                  <a:pt x="133477" y="79629"/>
                  <a:pt x="133477" y="71374"/>
                </a:cubicBezTo>
                <a:close/>
              </a:path>
            </a:pathLst>
          </a:custGeom>
          <a:solidFill>
            <a:srgbClr val="4237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3384880" y="5851960"/>
            <a:ext cx="142875" cy="142748"/>
          </a:xfrm>
          <a:custGeom>
            <a:rect b="b" l="l" r="r" t="t"/>
            <a:pathLst>
              <a:path extrusionOk="0" h="142748" w="142875">
                <a:moveTo>
                  <a:pt x="142875" y="71374"/>
                </a:moveTo>
                <a:cubicBezTo>
                  <a:pt x="142875" y="80899"/>
                  <a:pt x="141097" y="89916"/>
                  <a:pt x="137414" y="98679"/>
                </a:cubicBezTo>
                <a:lnTo>
                  <a:pt x="137414" y="98679"/>
                </a:lnTo>
                <a:lnTo>
                  <a:pt x="137414" y="98679"/>
                </a:lnTo>
                <a:cubicBezTo>
                  <a:pt x="133731" y="107442"/>
                  <a:pt x="128651" y="115189"/>
                  <a:pt x="121920" y="121793"/>
                </a:cubicBezTo>
                <a:lnTo>
                  <a:pt x="118491" y="118364"/>
                </a:lnTo>
                <a:lnTo>
                  <a:pt x="121920" y="121793"/>
                </a:lnTo>
                <a:cubicBezTo>
                  <a:pt x="115189" y="128524"/>
                  <a:pt x="107442" y="133604"/>
                  <a:pt x="98806" y="137287"/>
                </a:cubicBezTo>
                <a:lnTo>
                  <a:pt x="98806" y="137287"/>
                </a:lnTo>
                <a:lnTo>
                  <a:pt x="98806" y="137287"/>
                </a:lnTo>
                <a:cubicBezTo>
                  <a:pt x="90043" y="140970"/>
                  <a:pt x="80899" y="142748"/>
                  <a:pt x="71501" y="142748"/>
                </a:cubicBezTo>
                <a:lnTo>
                  <a:pt x="71501" y="137922"/>
                </a:lnTo>
                <a:lnTo>
                  <a:pt x="71501" y="142748"/>
                </a:lnTo>
                <a:cubicBezTo>
                  <a:pt x="61976" y="142748"/>
                  <a:pt x="52959" y="140970"/>
                  <a:pt x="44196" y="137287"/>
                </a:cubicBezTo>
                <a:lnTo>
                  <a:pt x="44196" y="137287"/>
                </a:lnTo>
                <a:lnTo>
                  <a:pt x="44196" y="137287"/>
                </a:lnTo>
                <a:cubicBezTo>
                  <a:pt x="35433" y="133604"/>
                  <a:pt x="27686" y="128524"/>
                  <a:pt x="21082" y="121793"/>
                </a:cubicBezTo>
                <a:lnTo>
                  <a:pt x="24511" y="118364"/>
                </a:lnTo>
                <a:lnTo>
                  <a:pt x="21082" y="121793"/>
                </a:lnTo>
                <a:cubicBezTo>
                  <a:pt x="14224" y="115316"/>
                  <a:pt x="9017" y="107569"/>
                  <a:pt x="5461" y="98806"/>
                </a:cubicBezTo>
                <a:lnTo>
                  <a:pt x="5461" y="98806"/>
                </a:lnTo>
                <a:lnTo>
                  <a:pt x="5461" y="98806"/>
                </a:lnTo>
                <a:cubicBezTo>
                  <a:pt x="1778" y="90043"/>
                  <a:pt x="0" y="80899"/>
                  <a:pt x="0" y="71374"/>
                </a:cubicBezTo>
                <a:lnTo>
                  <a:pt x="4826" y="71374"/>
                </a:lnTo>
                <a:lnTo>
                  <a:pt x="0" y="71374"/>
                </a:lnTo>
                <a:cubicBezTo>
                  <a:pt x="0" y="61849"/>
                  <a:pt x="1778" y="52832"/>
                  <a:pt x="5461" y="44069"/>
                </a:cubicBezTo>
                <a:lnTo>
                  <a:pt x="5461" y="44069"/>
                </a:lnTo>
                <a:lnTo>
                  <a:pt x="5461" y="44069"/>
                </a:lnTo>
                <a:cubicBezTo>
                  <a:pt x="9144" y="35306"/>
                  <a:pt x="14224" y="27559"/>
                  <a:pt x="20955" y="20955"/>
                </a:cubicBezTo>
                <a:lnTo>
                  <a:pt x="24384" y="24384"/>
                </a:lnTo>
                <a:lnTo>
                  <a:pt x="20955" y="20955"/>
                </a:lnTo>
                <a:cubicBezTo>
                  <a:pt x="27559" y="14224"/>
                  <a:pt x="35306" y="9017"/>
                  <a:pt x="44069" y="5461"/>
                </a:cubicBezTo>
                <a:lnTo>
                  <a:pt x="44069" y="5461"/>
                </a:lnTo>
                <a:lnTo>
                  <a:pt x="44069" y="5461"/>
                </a:lnTo>
                <a:cubicBezTo>
                  <a:pt x="52832" y="1778"/>
                  <a:pt x="61976" y="0"/>
                  <a:pt x="71374" y="0"/>
                </a:cubicBezTo>
                <a:lnTo>
                  <a:pt x="71374" y="4826"/>
                </a:lnTo>
                <a:lnTo>
                  <a:pt x="71374" y="0"/>
                </a:lnTo>
                <a:cubicBezTo>
                  <a:pt x="80899" y="0"/>
                  <a:pt x="89916" y="1778"/>
                  <a:pt x="98679" y="5461"/>
                </a:cubicBezTo>
                <a:lnTo>
                  <a:pt x="98679" y="5461"/>
                </a:lnTo>
                <a:lnTo>
                  <a:pt x="98679" y="5461"/>
                </a:lnTo>
                <a:cubicBezTo>
                  <a:pt x="107442" y="9144"/>
                  <a:pt x="115189" y="14224"/>
                  <a:pt x="121793" y="20955"/>
                </a:cubicBezTo>
                <a:lnTo>
                  <a:pt x="118364" y="24384"/>
                </a:lnTo>
                <a:lnTo>
                  <a:pt x="121793" y="20955"/>
                </a:lnTo>
                <a:cubicBezTo>
                  <a:pt x="128524" y="27686"/>
                  <a:pt x="133604" y="35433"/>
                  <a:pt x="137287" y="44069"/>
                </a:cubicBezTo>
                <a:lnTo>
                  <a:pt x="137287" y="44069"/>
                </a:lnTo>
                <a:lnTo>
                  <a:pt x="137287" y="44069"/>
                </a:lnTo>
                <a:cubicBezTo>
                  <a:pt x="140970" y="52832"/>
                  <a:pt x="142748" y="61976"/>
                  <a:pt x="142748" y="71374"/>
                </a:cubicBezTo>
                <a:lnTo>
                  <a:pt x="137922" y="71374"/>
                </a:lnTo>
                <a:lnTo>
                  <a:pt x="142748" y="71374"/>
                </a:lnTo>
                <a:moveTo>
                  <a:pt x="133223" y="71374"/>
                </a:moveTo>
                <a:cubicBezTo>
                  <a:pt x="133223" y="63119"/>
                  <a:pt x="131699" y="55245"/>
                  <a:pt x="128524" y="47625"/>
                </a:cubicBezTo>
                <a:lnTo>
                  <a:pt x="132969" y="45847"/>
                </a:lnTo>
                <a:lnTo>
                  <a:pt x="128524" y="47625"/>
                </a:lnTo>
                <a:cubicBezTo>
                  <a:pt x="125349" y="40005"/>
                  <a:pt x="120904" y="33401"/>
                  <a:pt x="115062" y="27559"/>
                </a:cubicBezTo>
                <a:cubicBezTo>
                  <a:pt x="109220" y="21717"/>
                  <a:pt x="102616" y="17272"/>
                  <a:pt x="94996" y="14097"/>
                </a:cubicBezTo>
                <a:lnTo>
                  <a:pt x="96901" y="9779"/>
                </a:lnTo>
                <a:lnTo>
                  <a:pt x="95123" y="14224"/>
                </a:lnTo>
                <a:cubicBezTo>
                  <a:pt x="87503" y="11049"/>
                  <a:pt x="79629" y="9525"/>
                  <a:pt x="71374" y="9525"/>
                </a:cubicBezTo>
                <a:cubicBezTo>
                  <a:pt x="63119" y="9525"/>
                  <a:pt x="55245" y="11049"/>
                  <a:pt x="47625" y="14224"/>
                </a:cubicBezTo>
                <a:lnTo>
                  <a:pt x="45974" y="9779"/>
                </a:lnTo>
                <a:lnTo>
                  <a:pt x="47752" y="14224"/>
                </a:lnTo>
                <a:cubicBezTo>
                  <a:pt x="40132" y="17399"/>
                  <a:pt x="33528" y="21844"/>
                  <a:pt x="27686" y="27686"/>
                </a:cubicBezTo>
                <a:cubicBezTo>
                  <a:pt x="21844" y="33528"/>
                  <a:pt x="17399" y="40132"/>
                  <a:pt x="14224" y="47752"/>
                </a:cubicBezTo>
                <a:lnTo>
                  <a:pt x="9779" y="45974"/>
                </a:lnTo>
                <a:lnTo>
                  <a:pt x="14224" y="47752"/>
                </a:lnTo>
                <a:cubicBezTo>
                  <a:pt x="11049" y="55372"/>
                  <a:pt x="9525" y="63246"/>
                  <a:pt x="9525" y="71374"/>
                </a:cubicBezTo>
                <a:cubicBezTo>
                  <a:pt x="9525" y="79502"/>
                  <a:pt x="11049" y="87503"/>
                  <a:pt x="14224" y="95123"/>
                </a:cubicBezTo>
                <a:lnTo>
                  <a:pt x="9779" y="96901"/>
                </a:lnTo>
                <a:lnTo>
                  <a:pt x="14224" y="95123"/>
                </a:lnTo>
                <a:cubicBezTo>
                  <a:pt x="17399" y="102743"/>
                  <a:pt x="21844" y="109347"/>
                  <a:pt x="27686" y="115189"/>
                </a:cubicBezTo>
                <a:cubicBezTo>
                  <a:pt x="33528" y="121031"/>
                  <a:pt x="40132" y="125476"/>
                  <a:pt x="47752" y="128651"/>
                </a:cubicBezTo>
                <a:lnTo>
                  <a:pt x="45974" y="133096"/>
                </a:lnTo>
                <a:lnTo>
                  <a:pt x="47752" y="128651"/>
                </a:lnTo>
                <a:cubicBezTo>
                  <a:pt x="55372" y="131826"/>
                  <a:pt x="63246" y="133350"/>
                  <a:pt x="71501" y="133350"/>
                </a:cubicBezTo>
                <a:cubicBezTo>
                  <a:pt x="79756" y="133350"/>
                  <a:pt x="87630" y="131826"/>
                  <a:pt x="95250" y="128651"/>
                </a:cubicBezTo>
                <a:lnTo>
                  <a:pt x="97028" y="133096"/>
                </a:lnTo>
                <a:lnTo>
                  <a:pt x="95250" y="128651"/>
                </a:lnTo>
                <a:cubicBezTo>
                  <a:pt x="102870" y="125476"/>
                  <a:pt x="109474" y="121031"/>
                  <a:pt x="115316" y="115189"/>
                </a:cubicBezTo>
                <a:cubicBezTo>
                  <a:pt x="121158" y="109347"/>
                  <a:pt x="125603" y="102743"/>
                  <a:pt x="128778" y="95123"/>
                </a:cubicBezTo>
                <a:lnTo>
                  <a:pt x="133223" y="96901"/>
                </a:lnTo>
                <a:lnTo>
                  <a:pt x="128778" y="95123"/>
                </a:lnTo>
                <a:cubicBezTo>
                  <a:pt x="131953" y="87503"/>
                  <a:pt x="133477" y="79629"/>
                  <a:pt x="133477" y="71374"/>
                </a:cubicBezTo>
                <a:close/>
              </a:path>
            </a:pathLst>
          </a:custGeom>
          <a:solidFill>
            <a:srgbClr val="4237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3384880" y="6413935"/>
            <a:ext cx="142875" cy="142748"/>
          </a:xfrm>
          <a:custGeom>
            <a:rect b="b" l="l" r="r" t="t"/>
            <a:pathLst>
              <a:path extrusionOk="0" h="142748" w="142875">
                <a:moveTo>
                  <a:pt x="142875" y="71374"/>
                </a:moveTo>
                <a:cubicBezTo>
                  <a:pt x="142875" y="80899"/>
                  <a:pt x="141097" y="89916"/>
                  <a:pt x="137414" y="98679"/>
                </a:cubicBezTo>
                <a:lnTo>
                  <a:pt x="137414" y="98679"/>
                </a:lnTo>
                <a:lnTo>
                  <a:pt x="137414" y="98679"/>
                </a:lnTo>
                <a:cubicBezTo>
                  <a:pt x="133731" y="107442"/>
                  <a:pt x="128651" y="115189"/>
                  <a:pt x="121920" y="121793"/>
                </a:cubicBezTo>
                <a:lnTo>
                  <a:pt x="118491" y="118364"/>
                </a:lnTo>
                <a:lnTo>
                  <a:pt x="121920" y="121793"/>
                </a:lnTo>
                <a:cubicBezTo>
                  <a:pt x="115189" y="128524"/>
                  <a:pt x="107442" y="133604"/>
                  <a:pt x="98806" y="137287"/>
                </a:cubicBezTo>
                <a:lnTo>
                  <a:pt x="98806" y="137287"/>
                </a:lnTo>
                <a:lnTo>
                  <a:pt x="98806" y="137287"/>
                </a:lnTo>
                <a:cubicBezTo>
                  <a:pt x="90043" y="140970"/>
                  <a:pt x="80899" y="142748"/>
                  <a:pt x="71501" y="142748"/>
                </a:cubicBezTo>
                <a:lnTo>
                  <a:pt x="71501" y="137922"/>
                </a:lnTo>
                <a:lnTo>
                  <a:pt x="71501" y="142748"/>
                </a:lnTo>
                <a:cubicBezTo>
                  <a:pt x="61976" y="142748"/>
                  <a:pt x="52959" y="140970"/>
                  <a:pt x="44196" y="137287"/>
                </a:cubicBezTo>
                <a:lnTo>
                  <a:pt x="44196" y="137287"/>
                </a:lnTo>
                <a:lnTo>
                  <a:pt x="44196" y="137287"/>
                </a:lnTo>
                <a:cubicBezTo>
                  <a:pt x="35433" y="133604"/>
                  <a:pt x="27686" y="128524"/>
                  <a:pt x="21082" y="121793"/>
                </a:cubicBezTo>
                <a:lnTo>
                  <a:pt x="24511" y="118364"/>
                </a:lnTo>
                <a:lnTo>
                  <a:pt x="21082" y="121793"/>
                </a:lnTo>
                <a:cubicBezTo>
                  <a:pt x="14224" y="115316"/>
                  <a:pt x="9017" y="107569"/>
                  <a:pt x="5461" y="98806"/>
                </a:cubicBezTo>
                <a:lnTo>
                  <a:pt x="5461" y="98806"/>
                </a:lnTo>
                <a:lnTo>
                  <a:pt x="5461" y="98806"/>
                </a:lnTo>
                <a:cubicBezTo>
                  <a:pt x="1778" y="90043"/>
                  <a:pt x="0" y="80899"/>
                  <a:pt x="0" y="71374"/>
                </a:cubicBezTo>
                <a:lnTo>
                  <a:pt x="4826" y="71374"/>
                </a:lnTo>
                <a:lnTo>
                  <a:pt x="0" y="71374"/>
                </a:lnTo>
                <a:cubicBezTo>
                  <a:pt x="0" y="61849"/>
                  <a:pt x="1778" y="52832"/>
                  <a:pt x="5461" y="44069"/>
                </a:cubicBezTo>
                <a:lnTo>
                  <a:pt x="5461" y="44069"/>
                </a:lnTo>
                <a:lnTo>
                  <a:pt x="5461" y="44069"/>
                </a:lnTo>
                <a:cubicBezTo>
                  <a:pt x="9144" y="35306"/>
                  <a:pt x="14224" y="27559"/>
                  <a:pt x="20955" y="20955"/>
                </a:cubicBezTo>
                <a:lnTo>
                  <a:pt x="24384" y="24384"/>
                </a:lnTo>
                <a:lnTo>
                  <a:pt x="20955" y="20955"/>
                </a:lnTo>
                <a:cubicBezTo>
                  <a:pt x="27559" y="14224"/>
                  <a:pt x="35306" y="9017"/>
                  <a:pt x="44069" y="5461"/>
                </a:cubicBezTo>
                <a:lnTo>
                  <a:pt x="44069" y="5461"/>
                </a:lnTo>
                <a:lnTo>
                  <a:pt x="44069" y="5461"/>
                </a:lnTo>
                <a:cubicBezTo>
                  <a:pt x="52832" y="1778"/>
                  <a:pt x="61976" y="0"/>
                  <a:pt x="71374" y="0"/>
                </a:cubicBezTo>
                <a:lnTo>
                  <a:pt x="71374" y="4826"/>
                </a:lnTo>
                <a:lnTo>
                  <a:pt x="71374" y="0"/>
                </a:lnTo>
                <a:cubicBezTo>
                  <a:pt x="80899" y="0"/>
                  <a:pt x="89916" y="1778"/>
                  <a:pt x="98679" y="5461"/>
                </a:cubicBezTo>
                <a:lnTo>
                  <a:pt x="98679" y="5461"/>
                </a:lnTo>
                <a:lnTo>
                  <a:pt x="98679" y="5461"/>
                </a:lnTo>
                <a:cubicBezTo>
                  <a:pt x="107442" y="9144"/>
                  <a:pt x="115189" y="14224"/>
                  <a:pt x="121793" y="20955"/>
                </a:cubicBezTo>
                <a:lnTo>
                  <a:pt x="118364" y="24384"/>
                </a:lnTo>
                <a:lnTo>
                  <a:pt x="121793" y="20955"/>
                </a:lnTo>
                <a:cubicBezTo>
                  <a:pt x="128524" y="27686"/>
                  <a:pt x="133604" y="35433"/>
                  <a:pt x="137287" y="44069"/>
                </a:cubicBezTo>
                <a:lnTo>
                  <a:pt x="137287" y="44069"/>
                </a:lnTo>
                <a:lnTo>
                  <a:pt x="137287" y="44069"/>
                </a:lnTo>
                <a:cubicBezTo>
                  <a:pt x="140970" y="52832"/>
                  <a:pt x="142748" y="61976"/>
                  <a:pt x="142748" y="71374"/>
                </a:cubicBezTo>
                <a:lnTo>
                  <a:pt x="137922" y="71374"/>
                </a:lnTo>
                <a:lnTo>
                  <a:pt x="142748" y="71374"/>
                </a:lnTo>
                <a:moveTo>
                  <a:pt x="133223" y="71374"/>
                </a:moveTo>
                <a:cubicBezTo>
                  <a:pt x="133223" y="63119"/>
                  <a:pt x="131699" y="55245"/>
                  <a:pt x="128524" y="47625"/>
                </a:cubicBezTo>
                <a:lnTo>
                  <a:pt x="132969" y="45847"/>
                </a:lnTo>
                <a:lnTo>
                  <a:pt x="128524" y="47625"/>
                </a:lnTo>
                <a:cubicBezTo>
                  <a:pt x="125349" y="40005"/>
                  <a:pt x="120904" y="33401"/>
                  <a:pt x="115062" y="27559"/>
                </a:cubicBezTo>
                <a:cubicBezTo>
                  <a:pt x="109220" y="21717"/>
                  <a:pt x="102616" y="17272"/>
                  <a:pt x="94996" y="14097"/>
                </a:cubicBezTo>
                <a:lnTo>
                  <a:pt x="96901" y="9779"/>
                </a:lnTo>
                <a:lnTo>
                  <a:pt x="95123" y="14224"/>
                </a:lnTo>
                <a:cubicBezTo>
                  <a:pt x="87503" y="11049"/>
                  <a:pt x="79629" y="9525"/>
                  <a:pt x="71374" y="9525"/>
                </a:cubicBezTo>
                <a:cubicBezTo>
                  <a:pt x="63119" y="9525"/>
                  <a:pt x="55245" y="11049"/>
                  <a:pt x="47625" y="14224"/>
                </a:cubicBezTo>
                <a:lnTo>
                  <a:pt x="45974" y="9779"/>
                </a:lnTo>
                <a:lnTo>
                  <a:pt x="47752" y="14224"/>
                </a:lnTo>
                <a:cubicBezTo>
                  <a:pt x="40132" y="17399"/>
                  <a:pt x="33528" y="21844"/>
                  <a:pt x="27686" y="27686"/>
                </a:cubicBezTo>
                <a:cubicBezTo>
                  <a:pt x="21844" y="33528"/>
                  <a:pt x="17399" y="40132"/>
                  <a:pt x="14224" y="47752"/>
                </a:cubicBezTo>
                <a:lnTo>
                  <a:pt x="9779" y="45974"/>
                </a:lnTo>
                <a:lnTo>
                  <a:pt x="14224" y="47752"/>
                </a:lnTo>
                <a:cubicBezTo>
                  <a:pt x="11049" y="55372"/>
                  <a:pt x="9525" y="63246"/>
                  <a:pt x="9525" y="71374"/>
                </a:cubicBezTo>
                <a:cubicBezTo>
                  <a:pt x="9525" y="79502"/>
                  <a:pt x="11049" y="87503"/>
                  <a:pt x="14224" y="95123"/>
                </a:cubicBezTo>
                <a:lnTo>
                  <a:pt x="9779" y="96901"/>
                </a:lnTo>
                <a:lnTo>
                  <a:pt x="14224" y="95123"/>
                </a:lnTo>
                <a:cubicBezTo>
                  <a:pt x="17399" y="102743"/>
                  <a:pt x="21844" y="109347"/>
                  <a:pt x="27686" y="115189"/>
                </a:cubicBezTo>
                <a:cubicBezTo>
                  <a:pt x="33528" y="121031"/>
                  <a:pt x="40132" y="125476"/>
                  <a:pt x="47752" y="128651"/>
                </a:cubicBezTo>
                <a:lnTo>
                  <a:pt x="45974" y="133096"/>
                </a:lnTo>
                <a:lnTo>
                  <a:pt x="47752" y="128651"/>
                </a:lnTo>
                <a:cubicBezTo>
                  <a:pt x="55372" y="131826"/>
                  <a:pt x="63246" y="133350"/>
                  <a:pt x="71501" y="133350"/>
                </a:cubicBezTo>
                <a:cubicBezTo>
                  <a:pt x="79756" y="133350"/>
                  <a:pt x="87630" y="131826"/>
                  <a:pt x="95250" y="128651"/>
                </a:cubicBezTo>
                <a:lnTo>
                  <a:pt x="97028" y="133096"/>
                </a:lnTo>
                <a:lnTo>
                  <a:pt x="95250" y="128651"/>
                </a:lnTo>
                <a:cubicBezTo>
                  <a:pt x="102870" y="125476"/>
                  <a:pt x="109474" y="121031"/>
                  <a:pt x="115316" y="115189"/>
                </a:cubicBezTo>
                <a:cubicBezTo>
                  <a:pt x="121158" y="109347"/>
                  <a:pt x="125603" y="102743"/>
                  <a:pt x="128778" y="95123"/>
                </a:cubicBezTo>
                <a:lnTo>
                  <a:pt x="133223" y="96901"/>
                </a:lnTo>
                <a:lnTo>
                  <a:pt x="128778" y="95123"/>
                </a:lnTo>
                <a:cubicBezTo>
                  <a:pt x="131953" y="87503"/>
                  <a:pt x="133477" y="79629"/>
                  <a:pt x="133477" y="71374"/>
                </a:cubicBezTo>
                <a:close/>
              </a:path>
            </a:pathLst>
          </a:custGeom>
          <a:solidFill>
            <a:srgbClr val="4237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3384880" y="8507968"/>
            <a:ext cx="142875" cy="142748"/>
          </a:xfrm>
          <a:custGeom>
            <a:rect b="b" l="l" r="r" t="t"/>
            <a:pathLst>
              <a:path extrusionOk="0" h="142748" w="142875">
                <a:moveTo>
                  <a:pt x="142875" y="71374"/>
                </a:moveTo>
                <a:cubicBezTo>
                  <a:pt x="142875" y="80899"/>
                  <a:pt x="141097" y="89916"/>
                  <a:pt x="137414" y="98679"/>
                </a:cubicBezTo>
                <a:lnTo>
                  <a:pt x="137414" y="98679"/>
                </a:lnTo>
                <a:lnTo>
                  <a:pt x="137414" y="98679"/>
                </a:lnTo>
                <a:cubicBezTo>
                  <a:pt x="133731" y="107442"/>
                  <a:pt x="128651" y="115189"/>
                  <a:pt x="121920" y="121793"/>
                </a:cubicBezTo>
                <a:lnTo>
                  <a:pt x="118491" y="118364"/>
                </a:lnTo>
                <a:lnTo>
                  <a:pt x="121920" y="121793"/>
                </a:lnTo>
                <a:cubicBezTo>
                  <a:pt x="115189" y="128524"/>
                  <a:pt x="107442" y="133604"/>
                  <a:pt x="98806" y="137287"/>
                </a:cubicBezTo>
                <a:lnTo>
                  <a:pt x="98806" y="137287"/>
                </a:lnTo>
                <a:lnTo>
                  <a:pt x="98806" y="137287"/>
                </a:lnTo>
                <a:cubicBezTo>
                  <a:pt x="90043" y="140970"/>
                  <a:pt x="80899" y="142748"/>
                  <a:pt x="71501" y="142748"/>
                </a:cubicBezTo>
                <a:lnTo>
                  <a:pt x="71501" y="137922"/>
                </a:lnTo>
                <a:lnTo>
                  <a:pt x="71501" y="142748"/>
                </a:lnTo>
                <a:cubicBezTo>
                  <a:pt x="61976" y="142748"/>
                  <a:pt x="52959" y="140970"/>
                  <a:pt x="44196" y="137287"/>
                </a:cubicBezTo>
                <a:lnTo>
                  <a:pt x="44196" y="137287"/>
                </a:lnTo>
                <a:lnTo>
                  <a:pt x="44196" y="137287"/>
                </a:lnTo>
                <a:cubicBezTo>
                  <a:pt x="35433" y="133604"/>
                  <a:pt x="27686" y="128524"/>
                  <a:pt x="21082" y="121793"/>
                </a:cubicBezTo>
                <a:lnTo>
                  <a:pt x="24511" y="118364"/>
                </a:lnTo>
                <a:lnTo>
                  <a:pt x="21082" y="121793"/>
                </a:lnTo>
                <a:cubicBezTo>
                  <a:pt x="14224" y="115316"/>
                  <a:pt x="9017" y="107569"/>
                  <a:pt x="5461" y="98806"/>
                </a:cubicBezTo>
                <a:lnTo>
                  <a:pt x="5461" y="98806"/>
                </a:lnTo>
                <a:lnTo>
                  <a:pt x="5461" y="98806"/>
                </a:lnTo>
                <a:cubicBezTo>
                  <a:pt x="1778" y="90043"/>
                  <a:pt x="0" y="80899"/>
                  <a:pt x="0" y="71374"/>
                </a:cubicBezTo>
                <a:lnTo>
                  <a:pt x="4826" y="71374"/>
                </a:lnTo>
                <a:lnTo>
                  <a:pt x="0" y="71374"/>
                </a:lnTo>
                <a:cubicBezTo>
                  <a:pt x="0" y="61849"/>
                  <a:pt x="1778" y="52832"/>
                  <a:pt x="5461" y="44069"/>
                </a:cubicBezTo>
                <a:lnTo>
                  <a:pt x="5461" y="44069"/>
                </a:lnTo>
                <a:lnTo>
                  <a:pt x="5461" y="44069"/>
                </a:lnTo>
                <a:cubicBezTo>
                  <a:pt x="9144" y="35306"/>
                  <a:pt x="14224" y="27559"/>
                  <a:pt x="20955" y="20955"/>
                </a:cubicBezTo>
                <a:lnTo>
                  <a:pt x="24384" y="24384"/>
                </a:lnTo>
                <a:lnTo>
                  <a:pt x="20955" y="20955"/>
                </a:lnTo>
                <a:cubicBezTo>
                  <a:pt x="27559" y="14224"/>
                  <a:pt x="35306" y="9017"/>
                  <a:pt x="44069" y="5461"/>
                </a:cubicBezTo>
                <a:lnTo>
                  <a:pt x="44069" y="5461"/>
                </a:lnTo>
                <a:lnTo>
                  <a:pt x="44069" y="5461"/>
                </a:lnTo>
                <a:cubicBezTo>
                  <a:pt x="52832" y="1778"/>
                  <a:pt x="61976" y="0"/>
                  <a:pt x="71374" y="0"/>
                </a:cubicBezTo>
                <a:lnTo>
                  <a:pt x="71374" y="4826"/>
                </a:lnTo>
                <a:lnTo>
                  <a:pt x="71374" y="0"/>
                </a:lnTo>
                <a:cubicBezTo>
                  <a:pt x="80899" y="0"/>
                  <a:pt x="89916" y="1778"/>
                  <a:pt x="98679" y="5461"/>
                </a:cubicBezTo>
                <a:lnTo>
                  <a:pt x="98679" y="5461"/>
                </a:lnTo>
                <a:lnTo>
                  <a:pt x="98679" y="5461"/>
                </a:lnTo>
                <a:cubicBezTo>
                  <a:pt x="107442" y="9144"/>
                  <a:pt x="115189" y="14224"/>
                  <a:pt x="121793" y="20955"/>
                </a:cubicBezTo>
                <a:lnTo>
                  <a:pt x="118364" y="24384"/>
                </a:lnTo>
                <a:lnTo>
                  <a:pt x="121793" y="20955"/>
                </a:lnTo>
                <a:cubicBezTo>
                  <a:pt x="128524" y="27686"/>
                  <a:pt x="133604" y="35433"/>
                  <a:pt x="137287" y="44069"/>
                </a:cubicBezTo>
                <a:lnTo>
                  <a:pt x="137287" y="44069"/>
                </a:lnTo>
                <a:lnTo>
                  <a:pt x="137287" y="44069"/>
                </a:lnTo>
                <a:cubicBezTo>
                  <a:pt x="140970" y="52832"/>
                  <a:pt x="142748" y="61976"/>
                  <a:pt x="142748" y="71374"/>
                </a:cubicBezTo>
                <a:lnTo>
                  <a:pt x="137922" y="71374"/>
                </a:lnTo>
                <a:lnTo>
                  <a:pt x="142748" y="71374"/>
                </a:lnTo>
                <a:moveTo>
                  <a:pt x="133223" y="71374"/>
                </a:moveTo>
                <a:cubicBezTo>
                  <a:pt x="133223" y="63119"/>
                  <a:pt x="131699" y="55245"/>
                  <a:pt x="128524" y="47625"/>
                </a:cubicBezTo>
                <a:lnTo>
                  <a:pt x="132969" y="45847"/>
                </a:lnTo>
                <a:lnTo>
                  <a:pt x="128524" y="47625"/>
                </a:lnTo>
                <a:cubicBezTo>
                  <a:pt x="125349" y="40005"/>
                  <a:pt x="120904" y="33401"/>
                  <a:pt x="115062" y="27559"/>
                </a:cubicBezTo>
                <a:cubicBezTo>
                  <a:pt x="109220" y="21717"/>
                  <a:pt x="102616" y="17272"/>
                  <a:pt x="94996" y="14097"/>
                </a:cubicBezTo>
                <a:lnTo>
                  <a:pt x="96901" y="9779"/>
                </a:lnTo>
                <a:lnTo>
                  <a:pt x="95123" y="14224"/>
                </a:lnTo>
                <a:cubicBezTo>
                  <a:pt x="87503" y="11049"/>
                  <a:pt x="79629" y="9525"/>
                  <a:pt x="71374" y="9525"/>
                </a:cubicBezTo>
                <a:cubicBezTo>
                  <a:pt x="63119" y="9525"/>
                  <a:pt x="55245" y="11049"/>
                  <a:pt x="47625" y="14224"/>
                </a:cubicBezTo>
                <a:lnTo>
                  <a:pt x="45974" y="9779"/>
                </a:lnTo>
                <a:lnTo>
                  <a:pt x="47752" y="14224"/>
                </a:lnTo>
                <a:cubicBezTo>
                  <a:pt x="40132" y="17399"/>
                  <a:pt x="33528" y="21844"/>
                  <a:pt x="27686" y="27686"/>
                </a:cubicBezTo>
                <a:cubicBezTo>
                  <a:pt x="21844" y="33528"/>
                  <a:pt x="17399" y="40132"/>
                  <a:pt x="14224" y="47752"/>
                </a:cubicBezTo>
                <a:lnTo>
                  <a:pt x="9779" y="45974"/>
                </a:lnTo>
                <a:lnTo>
                  <a:pt x="14224" y="47752"/>
                </a:lnTo>
                <a:cubicBezTo>
                  <a:pt x="11049" y="55372"/>
                  <a:pt x="9525" y="63246"/>
                  <a:pt x="9525" y="71374"/>
                </a:cubicBezTo>
                <a:cubicBezTo>
                  <a:pt x="9525" y="79502"/>
                  <a:pt x="11049" y="87503"/>
                  <a:pt x="14224" y="95123"/>
                </a:cubicBezTo>
                <a:lnTo>
                  <a:pt x="9779" y="96901"/>
                </a:lnTo>
                <a:lnTo>
                  <a:pt x="14224" y="95123"/>
                </a:lnTo>
                <a:cubicBezTo>
                  <a:pt x="17399" y="102743"/>
                  <a:pt x="21844" y="109347"/>
                  <a:pt x="27686" y="115189"/>
                </a:cubicBezTo>
                <a:cubicBezTo>
                  <a:pt x="33528" y="121031"/>
                  <a:pt x="40132" y="125476"/>
                  <a:pt x="47752" y="128651"/>
                </a:cubicBezTo>
                <a:lnTo>
                  <a:pt x="45974" y="133096"/>
                </a:lnTo>
                <a:lnTo>
                  <a:pt x="47752" y="128651"/>
                </a:lnTo>
                <a:cubicBezTo>
                  <a:pt x="55372" y="131826"/>
                  <a:pt x="63246" y="133350"/>
                  <a:pt x="71501" y="133350"/>
                </a:cubicBezTo>
                <a:cubicBezTo>
                  <a:pt x="79756" y="133350"/>
                  <a:pt x="87630" y="131826"/>
                  <a:pt x="95250" y="128651"/>
                </a:cubicBezTo>
                <a:lnTo>
                  <a:pt x="97028" y="133096"/>
                </a:lnTo>
                <a:lnTo>
                  <a:pt x="95250" y="128651"/>
                </a:lnTo>
                <a:cubicBezTo>
                  <a:pt x="102870" y="125476"/>
                  <a:pt x="109474" y="121031"/>
                  <a:pt x="115316" y="115189"/>
                </a:cubicBezTo>
                <a:cubicBezTo>
                  <a:pt x="121158" y="109347"/>
                  <a:pt x="125603" y="102743"/>
                  <a:pt x="128778" y="95123"/>
                </a:cubicBezTo>
                <a:lnTo>
                  <a:pt x="133223" y="96901"/>
                </a:lnTo>
                <a:lnTo>
                  <a:pt x="128778" y="95123"/>
                </a:lnTo>
                <a:cubicBezTo>
                  <a:pt x="131953" y="87503"/>
                  <a:pt x="133477" y="79629"/>
                  <a:pt x="133477" y="71374"/>
                </a:cubicBezTo>
                <a:close/>
              </a:path>
            </a:pathLst>
          </a:custGeom>
          <a:solidFill>
            <a:srgbClr val="4237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3384880" y="9069943"/>
            <a:ext cx="142875" cy="142748"/>
          </a:xfrm>
          <a:custGeom>
            <a:rect b="b" l="l" r="r" t="t"/>
            <a:pathLst>
              <a:path extrusionOk="0" h="142748" w="142875">
                <a:moveTo>
                  <a:pt x="142875" y="71374"/>
                </a:moveTo>
                <a:cubicBezTo>
                  <a:pt x="142875" y="80899"/>
                  <a:pt x="141097" y="89916"/>
                  <a:pt x="137414" y="98679"/>
                </a:cubicBezTo>
                <a:lnTo>
                  <a:pt x="132969" y="96901"/>
                </a:lnTo>
                <a:lnTo>
                  <a:pt x="137414" y="98679"/>
                </a:lnTo>
                <a:cubicBezTo>
                  <a:pt x="133731" y="107442"/>
                  <a:pt x="128651" y="115189"/>
                  <a:pt x="121920" y="121793"/>
                </a:cubicBezTo>
                <a:lnTo>
                  <a:pt x="121920" y="121793"/>
                </a:lnTo>
                <a:lnTo>
                  <a:pt x="121920" y="121793"/>
                </a:lnTo>
                <a:cubicBezTo>
                  <a:pt x="115189" y="128524"/>
                  <a:pt x="107442" y="133604"/>
                  <a:pt x="98806" y="137287"/>
                </a:cubicBezTo>
                <a:lnTo>
                  <a:pt x="98806" y="137287"/>
                </a:lnTo>
                <a:lnTo>
                  <a:pt x="98806" y="137287"/>
                </a:lnTo>
                <a:cubicBezTo>
                  <a:pt x="90043" y="140970"/>
                  <a:pt x="80899" y="142748"/>
                  <a:pt x="71501" y="142748"/>
                </a:cubicBezTo>
                <a:lnTo>
                  <a:pt x="71501" y="137922"/>
                </a:lnTo>
                <a:lnTo>
                  <a:pt x="71501" y="142748"/>
                </a:lnTo>
                <a:cubicBezTo>
                  <a:pt x="61976" y="142748"/>
                  <a:pt x="52959" y="140970"/>
                  <a:pt x="44196" y="137287"/>
                </a:cubicBezTo>
                <a:lnTo>
                  <a:pt x="44196" y="137287"/>
                </a:lnTo>
                <a:lnTo>
                  <a:pt x="44196" y="137287"/>
                </a:lnTo>
                <a:cubicBezTo>
                  <a:pt x="35433" y="133604"/>
                  <a:pt x="27686" y="128524"/>
                  <a:pt x="21082" y="121793"/>
                </a:cubicBezTo>
                <a:lnTo>
                  <a:pt x="21082" y="121793"/>
                </a:lnTo>
                <a:lnTo>
                  <a:pt x="21082" y="121793"/>
                </a:lnTo>
                <a:cubicBezTo>
                  <a:pt x="14224" y="115316"/>
                  <a:pt x="9017" y="107569"/>
                  <a:pt x="5461" y="98806"/>
                </a:cubicBezTo>
                <a:lnTo>
                  <a:pt x="9906" y="97028"/>
                </a:lnTo>
                <a:lnTo>
                  <a:pt x="5461" y="98806"/>
                </a:lnTo>
                <a:cubicBezTo>
                  <a:pt x="1778" y="90043"/>
                  <a:pt x="0" y="80899"/>
                  <a:pt x="0" y="71374"/>
                </a:cubicBezTo>
                <a:lnTo>
                  <a:pt x="4826" y="71374"/>
                </a:lnTo>
                <a:lnTo>
                  <a:pt x="0" y="71374"/>
                </a:lnTo>
                <a:cubicBezTo>
                  <a:pt x="0" y="61849"/>
                  <a:pt x="1778" y="52832"/>
                  <a:pt x="5461" y="44069"/>
                </a:cubicBezTo>
                <a:lnTo>
                  <a:pt x="9906" y="45847"/>
                </a:lnTo>
                <a:lnTo>
                  <a:pt x="5461" y="44069"/>
                </a:lnTo>
                <a:cubicBezTo>
                  <a:pt x="9144" y="35306"/>
                  <a:pt x="14224" y="27559"/>
                  <a:pt x="20955" y="20955"/>
                </a:cubicBezTo>
                <a:lnTo>
                  <a:pt x="24384" y="24384"/>
                </a:lnTo>
                <a:lnTo>
                  <a:pt x="20955" y="20955"/>
                </a:lnTo>
                <a:cubicBezTo>
                  <a:pt x="27559" y="14224"/>
                  <a:pt x="35306" y="9017"/>
                  <a:pt x="44069" y="5461"/>
                </a:cubicBezTo>
                <a:lnTo>
                  <a:pt x="44069" y="5461"/>
                </a:lnTo>
                <a:lnTo>
                  <a:pt x="44069" y="5461"/>
                </a:lnTo>
                <a:cubicBezTo>
                  <a:pt x="52832" y="1778"/>
                  <a:pt x="61976" y="0"/>
                  <a:pt x="71374" y="0"/>
                </a:cubicBezTo>
                <a:lnTo>
                  <a:pt x="71374" y="4826"/>
                </a:lnTo>
                <a:lnTo>
                  <a:pt x="71374" y="0"/>
                </a:lnTo>
                <a:cubicBezTo>
                  <a:pt x="80899" y="0"/>
                  <a:pt x="89916" y="1778"/>
                  <a:pt x="98679" y="5461"/>
                </a:cubicBezTo>
                <a:lnTo>
                  <a:pt x="98679" y="5461"/>
                </a:lnTo>
                <a:lnTo>
                  <a:pt x="98679" y="5461"/>
                </a:lnTo>
                <a:cubicBezTo>
                  <a:pt x="107442" y="9144"/>
                  <a:pt x="115189" y="14224"/>
                  <a:pt x="121793" y="20955"/>
                </a:cubicBezTo>
                <a:lnTo>
                  <a:pt x="118364" y="24384"/>
                </a:lnTo>
                <a:lnTo>
                  <a:pt x="121793" y="20955"/>
                </a:lnTo>
                <a:cubicBezTo>
                  <a:pt x="128524" y="27686"/>
                  <a:pt x="133604" y="35433"/>
                  <a:pt x="137287" y="44069"/>
                </a:cubicBezTo>
                <a:lnTo>
                  <a:pt x="132842" y="45847"/>
                </a:lnTo>
                <a:lnTo>
                  <a:pt x="137287" y="44069"/>
                </a:lnTo>
                <a:cubicBezTo>
                  <a:pt x="140970" y="52832"/>
                  <a:pt x="142748" y="61976"/>
                  <a:pt x="142748" y="71374"/>
                </a:cubicBezTo>
                <a:lnTo>
                  <a:pt x="137922" y="71374"/>
                </a:lnTo>
                <a:lnTo>
                  <a:pt x="142748" y="71374"/>
                </a:lnTo>
                <a:moveTo>
                  <a:pt x="133223" y="71374"/>
                </a:moveTo>
                <a:cubicBezTo>
                  <a:pt x="133223" y="63119"/>
                  <a:pt x="131699" y="55245"/>
                  <a:pt x="128524" y="47625"/>
                </a:cubicBezTo>
                <a:lnTo>
                  <a:pt x="128524" y="47625"/>
                </a:lnTo>
                <a:lnTo>
                  <a:pt x="128524" y="47625"/>
                </a:lnTo>
                <a:cubicBezTo>
                  <a:pt x="125349" y="40005"/>
                  <a:pt x="120904" y="33401"/>
                  <a:pt x="115062" y="27559"/>
                </a:cubicBezTo>
                <a:cubicBezTo>
                  <a:pt x="109220" y="21717"/>
                  <a:pt x="102616" y="17272"/>
                  <a:pt x="94996" y="14097"/>
                </a:cubicBezTo>
                <a:lnTo>
                  <a:pt x="96901" y="9779"/>
                </a:lnTo>
                <a:lnTo>
                  <a:pt x="95123" y="14224"/>
                </a:lnTo>
                <a:cubicBezTo>
                  <a:pt x="87503" y="11049"/>
                  <a:pt x="79629" y="9525"/>
                  <a:pt x="71374" y="9525"/>
                </a:cubicBezTo>
                <a:cubicBezTo>
                  <a:pt x="63119" y="9525"/>
                  <a:pt x="55245" y="11049"/>
                  <a:pt x="47625" y="14224"/>
                </a:cubicBezTo>
                <a:lnTo>
                  <a:pt x="45974" y="9779"/>
                </a:lnTo>
                <a:lnTo>
                  <a:pt x="47752" y="14224"/>
                </a:lnTo>
                <a:cubicBezTo>
                  <a:pt x="40132" y="17399"/>
                  <a:pt x="33528" y="21844"/>
                  <a:pt x="27686" y="27686"/>
                </a:cubicBezTo>
                <a:cubicBezTo>
                  <a:pt x="21844" y="33528"/>
                  <a:pt x="17399" y="40132"/>
                  <a:pt x="14224" y="47752"/>
                </a:cubicBezTo>
                <a:lnTo>
                  <a:pt x="14224" y="47752"/>
                </a:lnTo>
                <a:lnTo>
                  <a:pt x="14224" y="47752"/>
                </a:lnTo>
                <a:cubicBezTo>
                  <a:pt x="11049" y="55372"/>
                  <a:pt x="9525" y="63246"/>
                  <a:pt x="9525" y="71374"/>
                </a:cubicBezTo>
                <a:cubicBezTo>
                  <a:pt x="9525" y="79502"/>
                  <a:pt x="11049" y="87503"/>
                  <a:pt x="14224" y="95123"/>
                </a:cubicBezTo>
                <a:cubicBezTo>
                  <a:pt x="17399" y="102743"/>
                  <a:pt x="21844" y="109347"/>
                  <a:pt x="27686" y="115189"/>
                </a:cubicBezTo>
                <a:lnTo>
                  <a:pt x="24257" y="118618"/>
                </a:lnTo>
                <a:lnTo>
                  <a:pt x="27686" y="115189"/>
                </a:lnTo>
                <a:cubicBezTo>
                  <a:pt x="33528" y="121031"/>
                  <a:pt x="40132" y="125476"/>
                  <a:pt x="47752" y="128651"/>
                </a:cubicBezTo>
                <a:lnTo>
                  <a:pt x="45974" y="133096"/>
                </a:lnTo>
                <a:lnTo>
                  <a:pt x="47752" y="128651"/>
                </a:lnTo>
                <a:cubicBezTo>
                  <a:pt x="55372" y="131826"/>
                  <a:pt x="63246" y="133350"/>
                  <a:pt x="71501" y="133350"/>
                </a:cubicBezTo>
                <a:cubicBezTo>
                  <a:pt x="79756" y="133350"/>
                  <a:pt x="87630" y="131826"/>
                  <a:pt x="95250" y="128651"/>
                </a:cubicBezTo>
                <a:lnTo>
                  <a:pt x="97028" y="133096"/>
                </a:lnTo>
                <a:lnTo>
                  <a:pt x="95250" y="128651"/>
                </a:lnTo>
                <a:cubicBezTo>
                  <a:pt x="102870" y="125476"/>
                  <a:pt x="109474" y="121031"/>
                  <a:pt x="115316" y="115189"/>
                </a:cubicBezTo>
                <a:lnTo>
                  <a:pt x="118745" y="118618"/>
                </a:lnTo>
                <a:lnTo>
                  <a:pt x="115316" y="115189"/>
                </a:lnTo>
                <a:cubicBezTo>
                  <a:pt x="121158" y="109347"/>
                  <a:pt x="125603" y="102743"/>
                  <a:pt x="128778" y="95123"/>
                </a:cubicBezTo>
                <a:cubicBezTo>
                  <a:pt x="131953" y="87503"/>
                  <a:pt x="133477" y="79629"/>
                  <a:pt x="133477" y="71374"/>
                </a:cubicBezTo>
                <a:close/>
              </a:path>
            </a:pathLst>
          </a:custGeom>
          <a:solidFill>
            <a:srgbClr val="4237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16251593" y="3"/>
            <a:ext cx="2036578" cy="2049529"/>
          </a:xfrm>
          <a:custGeom>
            <a:rect b="b" l="l" r="r" t="t"/>
            <a:pathLst>
              <a:path extrusionOk="0" h="2049526" w="2036572">
                <a:moveTo>
                  <a:pt x="128524" y="0"/>
                </a:moveTo>
                <a:cubicBezTo>
                  <a:pt x="70993" y="66294"/>
                  <a:pt x="60198" y="106299"/>
                  <a:pt x="60198" y="106299"/>
                </a:cubicBezTo>
                <a:cubicBezTo>
                  <a:pt x="60198" y="106299"/>
                  <a:pt x="168275" y="159766"/>
                  <a:pt x="268986" y="159766"/>
                </a:cubicBezTo>
                <a:cubicBezTo>
                  <a:pt x="307213" y="159766"/>
                  <a:pt x="344424" y="152019"/>
                  <a:pt x="374269" y="130683"/>
                </a:cubicBezTo>
                <a:cubicBezTo>
                  <a:pt x="412877" y="103124"/>
                  <a:pt x="454660" y="52959"/>
                  <a:pt x="492633" y="0"/>
                </a:cubicBezTo>
                <a:close/>
                <a:moveTo>
                  <a:pt x="653415" y="0"/>
                </a:moveTo>
                <a:cubicBezTo>
                  <a:pt x="670814" y="60833"/>
                  <a:pt x="695071" y="121793"/>
                  <a:pt x="727964" y="160147"/>
                </a:cubicBezTo>
                <a:cubicBezTo>
                  <a:pt x="814959" y="262001"/>
                  <a:pt x="1062228" y="368681"/>
                  <a:pt x="1062228" y="368681"/>
                </a:cubicBezTo>
                <a:cubicBezTo>
                  <a:pt x="1062228" y="368681"/>
                  <a:pt x="1064641" y="154813"/>
                  <a:pt x="957707" y="0"/>
                </a:cubicBezTo>
                <a:close/>
                <a:moveTo>
                  <a:pt x="1062355" y="368681"/>
                </a:moveTo>
                <a:cubicBezTo>
                  <a:pt x="1062355" y="368681"/>
                  <a:pt x="1062355" y="368681"/>
                  <a:pt x="1062355" y="368681"/>
                </a:cubicBezTo>
                <a:cubicBezTo>
                  <a:pt x="1062355" y="368681"/>
                  <a:pt x="1062355" y="368681"/>
                  <a:pt x="1062355" y="368681"/>
                </a:cubicBezTo>
                <a:close/>
                <a:moveTo>
                  <a:pt x="1326007" y="0"/>
                </a:moveTo>
                <a:cubicBezTo>
                  <a:pt x="1234694" y="225679"/>
                  <a:pt x="1288415" y="447675"/>
                  <a:pt x="1288415" y="447675"/>
                </a:cubicBezTo>
                <a:cubicBezTo>
                  <a:pt x="1376299" y="396367"/>
                  <a:pt x="1448689" y="322199"/>
                  <a:pt x="1496695" y="232537"/>
                </a:cubicBezTo>
                <a:cubicBezTo>
                  <a:pt x="1533906" y="161671"/>
                  <a:pt x="1552956" y="72771"/>
                  <a:pt x="1562862" y="0"/>
                </a:cubicBezTo>
                <a:close/>
                <a:moveTo>
                  <a:pt x="1694307" y="0"/>
                </a:moveTo>
                <a:cubicBezTo>
                  <a:pt x="1720088" y="58039"/>
                  <a:pt x="1745742" y="133731"/>
                  <a:pt x="1770888" y="238252"/>
                </a:cubicBezTo>
                <a:cubicBezTo>
                  <a:pt x="1758696" y="239903"/>
                  <a:pt x="1751330" y="241554"/>
                  <a:pt x="1751330" y="241554"/>
                </a:cubicBezTo>
                <a:cubicBezTo>
                  <a:pt x="1654556" y="371856"/>
                  <a:pt x="1585341" y="520954"/>
                  <a:pt x="1547114" y="679069"/>
                </a:cubicBezTo>
                <a:cubicBezTo>
                  <a:pt x="1512189" y="826516"/>
                  <a:pt x="1517015" y="895731"/>
                  <a:pt x="1527556" y="929132"/>
                </a:cubicBezTo>
                <a:cubicBezTo>
                  <a:pt x="1533652" y="947547"/>
                  <a:pt x="1550670" y="960247"/>
                  <a:pt x="1570355" y="960247"/>
                </a:cubicBezTo>
                <a:cubicBezTo>
                  <a:pt x="1571498" y="960247"/>
                  <a:pt x="1572768" y="960247"/>
                  <a:pt x="1573911" y="960120"/>
                </a:cubicBezTo>
                <a:cubicBezTo>
                  <a:pt x="1630807" y="955294"/>
                  <a:pt x="1752854" y="903859"/>
                  <a:pt x="1791081" y="688848"/>
                </a:cubicBezTo>
                <a:cubicBezTo>
                  <a:pt x="1807337" y="600075"/>
                  <a:pt x="1817116" y="524256"/>
                  <a:pt x="1822831" y="462407"/>
                </a:cubicBezTo>
                <a:cubicBezTo>
                  <a:pt x="1856994" y="600075"/>
                  <a:pt x="1885442" y="695452"/>
                  <a:pt x="1896872" y="732917"/>
                </a:cubicBezTo>
                <a:cubicBezTo>
                  <a:pt x="1848104" y="786638"/>
                  <a:pt x="1746377" y="912114"/>
                  <a:pt x="1721231" y="1037590"/>
                </a:cubicBezTo>
                <a:cubicBezTo>
                  <a:pt x="1687830" y="1203833"/>
                  <a:pt x="1690370" y="1361821"/>
                  <a:pt x="1744853" y="1384681"/>
                </a:cubicBezTo>
                <a:cubicBezTo>
                  <a:pt x="1748155" y="1386078"/>
                  <a:pt x="1751838" y="1386840"/>
                  <a:pt x="1755775" y="1386840"/>
                </a:cubicBezTo>
                <a:cubicBezTo>
                  <a:pt x="1815338" y="1386840"/>
                  <a:pt x="1934210" y="1222883"/>
                  <a:pt x="1956435" y="1078357"/>
                </a:cubicBezTo>
                <a:cubicBezTo>
                  <a:pt x="1973580" y="960247"/>
                  <a:pt x="1944243" y="803021"/>
                  <a:pt x="1930400" y="736981"/>
                </a:cubicBezTo>
                <a:cubicBezTo>
                  <a:pt x="1928876" y="728599"/>
                  <a:pt x="1920875" y="723011"/>
                  <a:pt x="1912620" y="723011"/>
                </a:cubicBezTo>
                <a:cubicBezTo>
                  <a:pt x="1912112" y="723011"/>
                  <a:pt x="1911477" y="723011"/>
                  <a:pt x="1910969" y="723138"/>
                </a:cubicBezTo>
                <a:cubicBezTo>
                  <a:pt x="1898015" y="678307"/>
                  <a:pt x="1865376" y="569214"/>
                  <a:pt x="1827149" y="412750"/>
                </a:cubicBezTo>
                <a:cubicBezTo>
                  <a:pt x="1833626" y="324739"/>
                  <a:pt x="1831975" y="277495"/>
                  <a:pt x="1831975" y="277495"/>
                </a:cubicBezTo>
                <a:lnTo>
                  <a:pt x="1831975" y="277495"/>
                </a:lnTo>
                <a:cubicBezTo>
                  <a:pt x="1831975" y="277495"/>
                  <a:pt x="1884172" y="402463"/>
                  <a:pt x="2036572" y="509905"/>
                </a:cubicBezTo>
                <a:lnTo>
                  <a:pt x="2036572" y="266319"/>
                </a:lnTo>
                <a:lnTo>
                  <a:pt x="2036572" y="266319"/>
                </a:lnTo>
                <a:cubicBezTo>
                  <a:pt x="1964055" y="240157"/>
                  <a:pt x="1894078" y="233426"/>
                  <a:pt x="1841500" y="233426"/>
                </a:cubicBezTo>
                <a:cubicBezTo>
                  <a:pt x="1820545" y="233426"/>
                  <a:pt x="1802384" y="234442"/>
                  <a:pt x="1788033" y="235839"/>
                </a:cubicBezTo>
                <a:cubicBezTo>
                  <a:pt x="1763522" y="133604"/>
                  <a:pt x="1738376" y="58420"/>
                  <a:pt x="1712976" y="0"/>
                </a:cubicBezTo>
                <a:close/>
                <a:moveTo>
                  <a:pt x="586359" y="0"/>
                </a:moveTo>
                <a:cubicBezTo>
                  <a:pt x="569468" y="79248"/>
                  <a:pt x="551942" y="152146"/>
                  <a:pt x="533654" y="214630"/>
                </a:cubicBezTo>
                <a:cubicBezTo>
                  <a:pt x="527177" y="237490"/>
                  <a:pt x="520700" y="259461"/>
                  <a:pt x="514096" y="282194"/>
                </a:cubicBezTo>
                <a:cubicBezTo>
                  <a:pt x="497840" y="337566"/>
                  <a:pt x="481584" y="392176"/>
                  <a:pt x="466090" y="445897"/>
                </a:cubicBezTo>
                <a:lnTo>
                  <a:pt x="464439" y="445897"/>
                </a:lnTo>
                <a:cubicBezTo>
                  <a:pt x="457073" y="460502"/>
                  <a:pt x="453009" y="474472"/>
                  <a:pt x="452247" y="487426"/>
                </a:cubicBezTo>
                <a:cubicBezTo>
                  <a:pt x="447167" y="485648"/>
                  <a:pt x="441960" y="484505"/>
                  <a:pt x="436499" y="484505"/>
                </a:cubicBezTo>
                <a:cubicBezTo>
                  <a:pt x="432308" y="484505"/>
                  <a:pt x="427990" y="485140"/>
                  <a:pt x="423672" y="486537"/>
                </a:cubicBezTo>
                <a:cubicBezTo>
                  <a:pt x="366776" y="502793"/>
                  <a:pt x="282956" y="537845"/>
                  <a:pt x="187833" y="609600"/>
                </a:cubicBezTo>
                <a:cubicBezTo>
                  <a:pt x="63500" y="704342"/>
                  <a:pt x="17907" y="866521"/>
                  <a:pt x="1651" y="952881"/>
                </a:cubicBezTo>
                <a:cubicBezTo>
                  <a:pt x="0" y="959358"/>
                  <a:pt x="889" y="965962"/>
                  <a:pt x="2413" y="972439"/>
                </a:cubicBezTo>
                <a:cubicBezTo>
                  <a:pt x="8001" y="993267"/>
                  <a:pt x="26543" y="1007110"/>
                  <a:pt x="47117" y="1007110"/>
                </a:cubicBezTo>
                <a:cubicBezTo>
                  <a:pt x="50673" y="1007110"/>
                  <a:pt x="54102" y="1006729"/>
                  <a:pt x="57658" y="1005840"/>
                </a:cubicBezTo>
                <a:cubicBezTo>
                  <a:pt x="95123" y="996061"/>
                  <a:pt x="152781" y="974090"/>
                  <a:pt x="238252" y="925957"/>
                </a:cubicBezTo>
                <a:cubicBezTo>
                  <a:pt x="300863" y="890143"/>
                  <a:pt x="350520" y="829818"/>
                  <a:pt x="388747" y="764667"/>
                </a:cubicBezTo>
                <a:cubicBezTo>
                  <a:pt x="370840" y="860806"/>
                  <a:pt x="361950" y="951230"/>
                  <a:pt x="366776" y="1032764"/>
                </a:cubicBezTo>
                <a:cubicBezTo>
                  <a:pt x="374142" y="1161542"/>
                  <a:pt x="399288" y="1317879"/>
                  <a:pt x="418846" y="1427099"/>
                </a:cubicBezTo>
                <a:cubicBezTo>
                  <a:pt x="410718" y="1421130"/>
                  <a:pt x="401066" y="1417193"/>
                  <a:pt x="390144" y="1417193"/>
                </a:cubicBezTo>
                <a:cubicBezTo>
                  <a:pt x="389128" y="1417193"/>
                  <a:pt x="388112" y="1417193"/>
                  <a:pt x="387096" y="1417320"/>
                </a:cubicBezTo>
                <a:cubicBezTo>
                  <a:pt x="383032" y="1417320"/>
                  <a:pt x="378968" y="1418082"/>
                  <a:pt x="374904" y="1419733"/>
                </a:cubicBezTo>
                <a:cubicBezTo>
                  <a:pt x="300101" y="1445768"/>
                  <a:pt x="170688" y="1508506"/>
                  <a:pt x="115443" y="1638935"/>
                </a:cubicBezTo>
                <a:cubicBezTo>
                  <a:pt x="80518" y="1720469"/>
                  <a:pt x="75565" y="1786382"/>
                  <a:pt x="81280" y="1835277"/>
                </a:cubicBezTo>
                <a:cubicBezTo>
                  <a:pt x="85090" y="1864995"/>
                  <a:pt x="110998" y="1886966"/>
                  <a:pt x="140335" y="1886966"/>
                </a:cubicBezTo>
                <a:cubicBezTo>
                  <a:pt x="142367" y="1886966"/>
                  <a:pt x="144399" y="1886839"/>
                  <a:pt x="146431" y="1886712"/>
                </a:cubicBezTo>
                <a:cubicBezTo>
                  <a:pt x="159385" y="1885061"/>
                  <a:pt x="170815" y="1879346"/>
                  <a:pt x="180594" y="1870456"/>
                </a:cubicBezTo>
                <a:cubicBezTo>
                  <a:pt x="218059" y="1832991"/>
                  <a:pt x="263525" y="1788160"/>
                  <a:pt x="292862" y="1761236"/>
                </a:cubicBezTo>
                <a:cubicBezTo>
                  <a:pt x="327025" y="1729486"/>
                  <a:pt x="384810" y="1713103"/>
                  <a:pt x="416560" y="1643126"/>
                </a:cubicBezTo>
                <a:cubicBezTo>
                  <a:pt x="423926" y="1700911"/>
                  <a:pt x="438531" y="1762125"/>
                  <a:pt x="465328" y="1811020"/>
                </a:cubicBezTo>
                <a:cubicBezTo>
                  <a:pt x="533654" y="1935734"/>
                  <a:pt x="584962" y="2025269"/>
                  <a:pt x="687451" y="2048891"/>
                </a:cubicBezTo>
                <a:cubicBezTo>
                  <a:pt x="689483" y="2049399"/>
                  <a:pt x="691515" y="2049526"/>
                  <a:pt x="693547" y="2049526"/>
                </a:cubicBezTo>
                <a:cubicBezTo>
                  <a:pt x="705993" y="2049526"/>
                  <a:pt x="717296" y="2041144"/>
                  <a:pt x="720852" y="2028444"/>
                </a:cubicBezTo>
                <a:cubicBezTo>
                  <a:pt x="736346" y="1973834"/>
                  <a:pt x="765556" y="1841881"/>
                  <a:pt x="713486" y="1783969"/>
                </a:cubicBezTo>
                <a:cubicBezTo>
                  <a:pt x="662178" y="1727708"/>
                  <a:pt x="514985" y="1563116"/>
                  <a:pt x="446659" y="1486535"/>
                </a:cubicBezTo>
                <a:cubicBezTo>
                  <a:pt x="432816" y="1412367"/>
                  <a:pt x="410845" y="1289304"/>
                  <a:pt x="396240" y="1168781"/>
                </a:cubicBezTo>
                <a:cubicBezTo>
                  <a:pt x="416560" y="1217676"/>
                  <a:pt x="466217" y="1289304"/>
                  <a:pt x="591439" y="1361059"/>
                </a:cubicBezTo>
                <a:cubicBezTo>
                  <a:pt x="665099" y="1403477"/>
                  <a:pt x="733171" y="1417701"/>
                  <a:pt x="791083" y="1417701"/>
                </a:cubicBezTo>
                <a:cubicBezTo>
                  <a:pt x="864362" y="1417701"/>
                  <a:pt x="921639" y="1394968"/>
                  <a:pt x="953389" y="1378204"/>
                </a:cubicBezTo>
                <a:cubicBezTo>
                  <a:pt x="955802" y="1377442"/>
                  <a:pt x="957453" y="1375791"/>
                  <a:pt x="959104" y="1374140"/>
                </a:cubicBezTo>
                <a:cubicBezTo>
                  <a:pt x="968883" y="1364361"/>
                  <a:pt x="969645" y="1348105"/>
                  <a:pt x="959104" y="1337437"/>
                </a:cubicBezTo>
                <a:cubicBezTo>
                  <a:pt x="911098" y="1289304"/>
                  <a:pt x="797179" y="1180211"/>
                  <a:pt x="704469" y="1139444"/>
                </a:cubicBezTo>
                <a:cubicBezTo>
                  <a:pt x="634365" y="1108583"/>
                  <a:pt x="537210" y="1101979"/>
                  <a:pt x="467868" y="1101979"/>
                </a:cubicBezTo>
                <a:cubicBezTo>
                  <a:pt x="443992" y="1101979"/>
                  <a:pt x="423418" y="1102741"/>
                  <a:pt x="408305" y="1103630"/>
                </a:cubicBezTo>
                <a:cubicBezTo>
                  <a:pt x="406654" y="1103630"/>
                  <a:pt x="405892" y="1103630"/>
                  <a:pt x="404241" y="1104392"/>
                </a:cubicBezTo>
                <a:cubicBezTo>
                  <a:pt x="397764" y="1106043"/>
                  <a:pt x="392049" y="1109218"/>
                  <a:pt x="388747" y="1114171"/>
                </a:cubicBezTo>
                <a:cubicBezTo>
                  <a:pt x="386334" y="1086485"/>
                  <a:pt x="383921" y="1058799"/>
                  <a:pt x="382270" y="1032637"/>
                </a:cubicBezTo>
                <a:cubicBezTo>
                  <a:pt x="376555" y="938149"/>
                  <a:pt x="390398" y="831342"/>
                  <a:pt x="414020" y="716534"/>
                </a:cubicBezTo>
                <a:cubicBezTo>
                  <a:pt x="440817" y="662813"/>
                  <a:pt x="459613" y="608965"/>
                  <a:pt x="473456" y="565785"/>
                </a:cubicBezTo>
                <a:cubicBezTo>
                  <a:pt x="514096" y="627761"/>
                  <a:pt x="602742" y="681482"/>
                  <a:pt x="678434" y="740156"/>
                </a:cubicBezTo>
                <a:cubicBezTo>
                  <a:pt x="757301" y="801243"/>
                  <a:pt x="848487" y="815086"/>
                  <a:pt x="902081" y="818388"/>
                </a:cubicBezTo>
                <a:lnTo>
                  <a:pt x="909447" y="818388"/>
                </a:lnTo>
                <a:cubicBezTo>
                  <a:pt x="931418" y="815086"/>
                  <a:pt x="946023" y="794766"/>
                  <a:pt x="942848" y="773557"/>
                </a:cubicBezTo>
                <a:cubicBezTo>
                  <a:pt x="933069" y="701040"/>
                  <a:pt x="901319" y="561721"/>
                  <a:pt x="804545" y="498221"/>
                </a:cubicBezTo>
                <a:cubicBezTo>
                  <a:pt x="732028" y="451104"/>
                  <a:pt x="637667" y="440309"/>
                  <a:pt x="566801" y="440309"/>
                </a:cubicBezTo>
                <a:cubicBezTo>
                  <a:pt x="530987" y="440309"/>
                  <a:pt x="501269" y="443103"/>
                  <a:pt x="483235" y="445262"/>
                </a:cubicBezTo>
                <a:cubicBezTo>
                  <a:pt x="497840" y="393954"/>
                  <a:pt x="513334" y="341757"/>
                  <a:pt x="528828" y="288798"/>
                </a:cubicBezTo>
                <a:cubicBezTo>
                  <a:pt x="535305" y="265938"/>
                  <a:pt x="541782" y="243967"/>
                  <a:pt x="548386" y="221234"/>
                </a:cubicBezTo>
                <a:cubicBezTo>
                  <a:pt x="567055" y="156591"/>
                  <a:pt x="584962" y="81534"/>
                  <a:pt x="602234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3"/>
          <p:cNvGrpSpPr/>
          <p:nvPr/>
        </p:nvGrpSpPr>
        <p:grpSpPr>
          <a:xfrm>
            <a:off x="-3" y="4272045"/>
            <a:ext cx="1960248" cy="6014983"/>
            <a:chOff x="63500" y="63500"/>
            <a:chExt cx="1960245" cy="6014974"/>
          </a:xfrm>
        </p:grpSpPr>
        <p:sp>
          <p:nvSpPr>
            <p:cNvPr id="160" name="Google Shape;160;p3"/>
            <p:cNvSpPr/>
            <p:nvPr/>
          </p:nvSpPr>
          <p:spPr>
            <a:xfrm>
              <a:off x="63500" y="63500"/>
              <a:ext cx="1774444" cy="3255137"/>
            </a:xfrm>
            <a:custGeom>
              <a:rect b="b" l="l" r="r" t="t"/>
              <a:pathLst>
                <a:path extrusionOk="0" h="3255137" w="1774444">
                  <a:moveTo>
                    <a:pt x="0" y="0"/>
                  </a:moveTo>
                  <a:lnTo>
                    <a:pt x="0" y="3255137"/>
                  </a:lnTo>
                  <a:lnTo>
                    <a:pt x="1774444" y="3255137"/>
                  </a:lnTo>
                  <a:lnTo>
                    <a:pt x="177444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1" name="Google Shape;161;p3"/>
            <p:cNvSpPr/>
            <p:nvPr/>
          </p:nvSpPr>
          <p:spPr>
            <a:xfrm>
              <a:off x="63500" y="2992374"/>
              <a:ext cx="1960245" cy="3086100"/>
            </a:xfrm>
            <a:custGeom>
              <a:rect b="b" l="l" r="r" t="t"/>
              <a:pathLst>
                <a:path extrusionOk="0" h="3086100" w="1960245">
                  <a:moveTo>
                    <a:pt x="0" y="0"/>
                  </a:moveTo>
                  <a:lnTo>
                    <a:pt x="0" y="3086100"/>
                  </a:lnTo>
                  <a:lnTo>
                    <a:pt x="1960245" y="3086100"/>
                  </a:lnTo>
                  <a:lnTo>
                    <a:pt x="196024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62" name="Google Shape;162;p3"/>
          <p:cNvSpPr/>
          <p:nvPr/>
        </p:nvSpPr>
        <p:spPr>
          <a:xfrm>
            <a:off x="16251612" y="0"/>
            <a:ext cx="2036451" cy="2057400"/>
          </a:xfrm>
          <a:custGeom>
            <a:rect b="b" l="l" r="r" t="t"/>
            <a:pathLst>
              <a:path extrusionOk="0" h="2057400" w="2036445">
                <a:moveTo>
                  <a:pt x="0" y="0"/>
                </a:moveTo>
                <a:lnTo>
                  <a:pt x="0" y="2057400"/>
                </a:lnTo>
                <a:lnTo>
                  <a:pt x="2036445" y="2057400"/>
                </a:lnTo>
                <a:lnTo>
                  <a:pt x="203644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63" name="Google Shape;163;p3"/>
          <p:cNvSpPr txBox="1"/>
          <p:nvPr/>
        </p:nvSpPr>
        <p:spPr>
          <a:xfrm>
            <a:off x="2448049" y="1898875"/>
            <a:ext cx="5072367" cy="548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1.</a:t>
            </a:r>
            <a:r>
              <a:rPr b="1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Create Mulyiplr Datasets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3429657" y="2460850"/>
            <a:ext cx="14382000" cy="25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From your original dataset, create multiple random samples with replacement (this means some data points may appear more than once in a sample). </a:t>
            </a:r>
            <a:b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</a:b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Each sample is called a Bootstrap Sample.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2341893" y="5027279"/>
            <a:ext cx="78876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2. </a:t>
            </a:r>
            <a:r>
              <a:rPr b="1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Train Separate Models on Each Sample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3726275" y="5876548"/>
            <a:ext cx="132561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On each sample, train a separate model (for example, Decision Trees).</a:t>
            </a:r>
            <a:endParaRPr/>
          </a:p>
          <a:p>
            <a:pPr indent="0" lvl="0" marL="0" marR="0" rtl="0" algn="l">
              <a:lnSpc>
                <a:spcPct val="2261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Each model is different because it’s trained on slightly different data.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2341893" y="7159474"/>
            <a:ext cx="6839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3. </a:t>
            </a:r>
            <a:r>
              <a:rPr b="1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Make Predictions with All Models</a:t>
            </a:r>
            <a:endParaRPr/>
          </a:p>
        </p:txBody>
      </p:sp>
      <p:sp>
        <p:nvSpPr>
          <p:cNvPr id="168" name="Google Shape;168;p3"/>
          <p:cNvSpPr txBox="1"/>
          <p:nvPr/>
        </p:nvSpPr>
        <p:spPr>
          <a:xfrm>
            <a:off x="2986925" y="7902875"/>
            <a:ext cx="88839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When predicting, all models give their outputs.</a:t>
            </a:r>
            <a:endParaRPr/>
          </a:p>
        </p:txBody>
      </p:sp>
      <p:sp>
        <p:nvSpPr>
          <p:cNvPr id="169" name="Google Shape;169;p3"/>
          <p:cNvSpPr txBox="1"/>
          <p:nvPr/>
        </p:nvSpPr>
        <p:spPr>
          <a:xfrm>
            <a:off x="3726285" y="8362462"/>
            <a:ext cx="7405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1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For classification, take a majority vote.</a:t>
            </a:r>
            <a:endParaRPr/>
          </a:p>
          <a:p>
            <a:pPr indent="0" lvl="0" marL="0" marR="0" rtl="0" algn="l">
              <a:lnSpc>
                <a:spcPct val="4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423734"/>
                </a:solidFill>
                <a:latin typeface="Inria Serif"/>
                <a:ea typeface="Inria Serif"/>
                <a:cs typeface="Inria Serif"/>
                <a:sym typeface="Inria Serif"/>
              </a:rPr>
              <a:t>For regression, take the average.</a:t>
            </a:r>
            <a:endParaRPr/>
          </a:p>
        </p:txBody>
      </p:sp>
      <p:sp>
        <p:nvSpPr>
          <p:cNvPr id="170" name="Google Shape;170;p3"/>
          <p:cNvSpPr txBox="1"/>
          <p:nvPr/>
        </p:nvSpPr>
        <p:spPr>
          <a:xfrm>
            <a:off x="2341893" y="199225"/>
            <a:ext cx="12808210" cy="1608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02" u="none" cap="none" strike="noStrike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Does Bagging Work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963c6831e_1_0"/>
          <p:cNvSpPr/>
          <p:nvPr/>
        </p:nvSpPr>
        <p:spPr>
          <a:xfrm>
            <a:off x="3" y="1826516"/>
            <a:ext cx="234429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9963c6831e_1_0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g39963c6831e_1_0"/>
          <p:cNvSpPr/>
          <p:nvPr/>
        </p:nvSpPr>
        <p:spPr>
          <a:xfrm>
            <a:off x="15681547" y="3"/>
            <a:ext cx="2362581" cy="2712593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g39963c6831e_1_0"/>
          <p:cNvGrpSpPr/>
          <p:nvPr/>
        </p:nvGrpSpPr>
        <p:grpSpPr>
          <a:xfrm>
            <a:off x="-3" y="4272045"/>
            <a:ext cx="3503930" cy="6014974"/>
            <a:chOff x="63500" y="63500"/>
            <a:chExt cx="3503930" cy="6014974"/>
          </a:xfrm>
        </p:grpSpPr>
        <p:sp>
          <p:nvSpPr>
            <p:cNvPr id="179" name="Google Shape;179;g39963c6831e_1_0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0" name="Google Shape;180;g39963c6831e_1_0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1" name="Google Shape;181;g39963c6831e_1_0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82" name="Google Shape;182;g39963c6831e_1_0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id="183" name="Google Shape;183;g39963c6831e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1925" y="411075"/>
            <a:ext cx="13948150" cy="946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95f39b62b_1_7"/>
          <p:cNvSpPr/>
          <p:nvPr/>
        </p:nvSpPr>
        <p:spPr>
          <a:xfrm>
            <a:off x="3" y="1826516"/>
            <a:ext cx="234429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95f39b62b_1_7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g3995f39b62b_1_7"/>
          <p:cNvSpPr/>
          <p:nvPr/>
        </p:nvSpPr>
        <p:spPr>
          <a:xfrm>
            <a:off x="15681547" y="3"/>
            <a:ext cx="2362581" cy="2712593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g3995f39b62b_1_7"/>
          <p:cNvGrpSpPr/>
          <p:nvPr/>
        </p:nvGrpSpPr>
        <p:grpSpPr>
          <a:xfrm>
            <a:off x="-3" y="4272045"/>
            <a:ext cx="3503930" cy="6014974"/>
            <a:chOff x="63500" y="63500"/>
            <a:chExt cx="3503930" cy="6014974"/>
          </a:xfrm>
        </p:grpSpPr>
        <p:sp>
          <p:nvSpPr>
            <p:cNvPr id="192" name="Google Shape;192;g3995f39b62b_1_7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3" name="Google Shape;193;g3995f39b62b_1_7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4" name="Google Shape;194;g3995f39b62b_1_7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195" name="Google Shape;195;g3995f39b62b_1_7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id="196" name="Google Shape;196;g3995f39b62b_1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8080" y="1412725"/>
            <a:ext cx="11809316" cy="74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95f39b62b_1_24"/>
          <p:cNvSpPr/>
          <p:nvPr/>
        </p:nvSpPr>
        <p:spPr>
          <a:xfrm>
            <a:off x="3" y="1826516"/>
            <a:ext cx="234429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95f39b62b_1_24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g3995f39b62b_1_24"/>
          <p:cNvSpPr/>
          <p:nvPr/>
        </p:nvSpPr>
        <p:spPr>
          <a:xfrm>
            <a:off x="15681547" y="3"/>
            <a:ext cx="2362581" cy="2712593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g3995f39b62b_1_24"/>
          <p:cNvGrpSpPr/>
          <p:nvPr/>
        </p:nvGrpSpPr>
        <p:grpSpPr>
          <a:xfrm>
            <a:off x="-3" y="4272045"/>
            <a:ext cx="3503930" cy="6014974"/>
            <a:chOff x="63500" y="63500"/>
            <a:chExt cx="3503930" cy="6014974"/>
          </a:xfrm>
        </p:grpSpPr>
        <p:sp>
          <p:nvSpPr>
            <p:cNvPr id="205" name="Google Shape;205;g3995f39b62b_1_24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6" name="Google Shape;206;g3995f39b62b_1_24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7" name="Google Shape;207;g3995f39b62b_1_24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08" name="Google Shape;208;g3995f39b62b_1_24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09" name="Google Shape;209;g3995f39b62b_1_24"/>
          <p:cNvSpPr/>
          <p:nvPr/>
        </p:nvSpPr>
        <p:spPr>
          <a:xfrm>
            <a:off x="3" y="2993612"/>
            <a:ext cx="18288000" cy="2688971"/>
          </a:xfrm>
          <a:custGeom>
            <a:rect b="b" l="l" r="r" t="t"/>
            <a:pathLst>
              <a:path extrusionOk="0" h="2688971" w="18288000">
                <a:moveTo>
                  <a:pt x="0" y="0"/>
                </a:moveTo>
                <a:lnTo>
                  <a:pt x="0" y="2688971"/>
                </a:lnTo>
                <a:lnTo>
                  <a:pt x="18288000" y="2688971"/>
                </a:lnTo>
                <a:lnTo>
                  <a:pt x="18288000" y="0"/>
                </a:lnTo>
                <a:close/>
              </a:path>
            </a:pathLst>
          </a:custGeom>
          <a:solidFill>
            <a:srgbClr val="F1B6B0"/>
          </a:solidFill>
          <a:ln>
            <a:noFill/>
          </a:ln>
        </p:spPr>
      </p:sp>
      <p:sp>
        <p:nvSpPr>
          <p:cNvPr id="210" name="Google Shape;210;g3995f39b62b_1_24"/>
          <p:cNvSpPr txBox="1"/>
          <p:nvPr/>
        </p:nvSpPr>
        <p:spPr>
          <a:xfrm>
            <a:off x="4194447" y="3305038"/>
            <a:ext cx="91959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2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BOOSTING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95f39b62b_1_65"/>
          <p:cNvSpPr/>
          <p:nvPr/>
        </p:nvSpPr>
        <p:spPr>
          <a:xfrm>
            <a:off x="3" y="1826516"/>
            <a:ext cx="234429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995f39b62b_1_65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g3995f39b62b_1_65"/>
          <p:cNvSpPr/>
          <p:nvPr/>
        </p:nvSpPr>
        <p:spPr>
          <a:xfrm>
            <a:off x="15681547" y="3"/>
            <a:ext cx="2362581" cy="2712593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g3995f39b62b_1_65"/>
          <p:cNvGrpSpPr/>
          <p:nvPr/>
        </p:nvGrpSpPr>
        <p:grpSpPr>
          <a:xfrm>
            <a:off x="-3" y="4272045"/>
            <a:ext cx="3503930" cy="6014974"/>
            <a:chOff x="63500" y="63500"/>
            <a:chExt cx="3503930" cy="6014974"/>
          </a:xfrm>
        </p:grpSpPr>
        <p:sp>
          <p:nvSpPr>
            <p:cNvPr id="219" name="Google Shape;219;g3995f39b62b_1_65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0" name="Google Shape;220;g3995f39b62b_1_65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1" name="Google Shape;221;g3995f39b62b_1_65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22" name="Google Shape;222;g3995f39b62b_1_65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23" name="Google Shape;223;g3995f39b62b_1_65"/>
          <p:cNvSpPr txBox="1"/>
          <p:nvPr/>
        </p:nvSpPr>
        <p:spPr>
          <a:xfrm>
            <a:off x="2344300" y="2916625"/>
            <a:ext cx="14197500" cy="4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762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Char char="●"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AdaBoost (Adaptive Boosting) is an ensemble learning technique that combines multiple weak classifiers to create a strong classifier. 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Calibri"/>
              <a:buChar char="●"/>
            </a:pPr>
            <a:r>
              <a:rPr lang="en-US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focuses on training weak learners sequentially, giving more weight to misclassified instances so that subsequent models perform better on those samples.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995f39b62b_1_65"/>
          <p:cNvSpPr txBox="1"/>
          <p:nvPr/>
        </p:nvSpPr>
        <p:spPr>
          <a:xfrm>
            <a:off x="2344300" y="173200"/>
            <a:ext cx="8916000" cy="18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Ada</a:t>
            </a:r>
            <a:r>
              <a:rPr lang="en-US" sz="106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Boosting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95f39b62b_1_77"/>
          <p:cNvSpPr/>
          <p:nvPr/>
        </p:nvSpPr>
        <p:spPr>
          <a:xfrm>
            <a:off x="3" y="1826516"/>
            <a:ext cx="234429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995f39b62b_1_77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g3995f39b62b_1_77"/>
          <p:cNvSpPr/>
          <p:nvPr/>
        </p:nvSpPr>
        <p:spPr>
          <a:xfrm>
            <a:off x="15681547" y="3"/>
            <a:ext cx="2362581" cy="2712593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g3995f39b62b_1_77"/>
          <p:cNvGrpSpPr/>
          <p:nvPr/>
        </p:nvGrpSpPr>
        <p:grpSpPr>
          <a:xfrm>
            <a:off x="-3" y="4272045"/>
            <a:ext cx="3503930" cy="6014974"/>
            <a:chOff x="63500" y="63500"/>
            <a:chExt cx="3503930" cy="6014974"/>
          </a:xfrm>
        </p:grpSpPr>
        <p:sp>
          <p:nvSpPr>
            <p:cNvPr id="233" name="Google Shape;233;g3995f39b62b_1_77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g3995f39b62b_1_77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5" name="Google Shape;235;g3995f39b62b_1_77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36" name="Google Shape;236;g3995f39b62b_1_77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37" name="Google Shape;237;g3995f39b62b_1_77"/>
          <p:cNvSpPr txBox="1"/>
          <p:nvPr/>
        </p:nvSpPr>
        <p:spPr>
          <a:xfrm>
            <a:off x="1375400" y="300900"/>
            <a:ext cx="14306400" cy="28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9102">
                <a:solidFill>
                  <a:srgbClr val="4237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How Does AdaBoost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995f39b62b_1_77"/>
          <p:cNvSpPr txBox="1"/>
          <p:nvPr/>
        </p:nvSpPr>
        <p:spPr>
          <a:xfrm>
            <a:off x="1375400" y="2141100"/>
            <a:ext cx="16154400" cy="7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334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●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 all sample weights equally.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●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Train a weak learner (e.g., a shallow Decision Tree) on the data.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●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Increase weights of misclassified samples to make them more important.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●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Train the next weak learner using updated weights.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●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Combine all weak learners using weighted majority voting.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33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Char char="●"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Continue until a specified number of learners (n_estimators) is reached.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95f39b62b_1_88"/>
          <p:cNvSpPr/>
          <p:nvPr/>
        </p:nvSpPr>
        <p:spPr>
          <a:xfrm>
            <a:off x="3" y="1826516"/>
            <a:ext cx="234429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995f39b62b_1_88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g3995f39b62b_1_88"/>
          <p:cNvSpPr/>
          <p:nvPr/>
        </p:nvSpPr>
        <p:spPr>
          <a:xfrm>
            <a:off x="15681547" y="3"/>
            <a:ext cx="2362581" cy="2712593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" name="Google Shape;246;g3995f39b62b_1_88"/>
          <p:cNvGrpSpPr/>
          <p:nvPr/>
        </p:nvGrpSpPr>
        <p:grpSpPr>
          <a:xfrm>
            <a:off x="-3" y="4272045"/>
            <a:ext cx="3503930" cy="6014974"/>
            <a:chOff x="63500" y="63500"/>
            <a:chExt cx="3503930" cy="6014974"/>
          </a:xfrm>
        </p:grpSpPr>
        <p:sp>
          <p:nvSpPr>
            <p:cNvPr id="247" name="Google Shape;247;g3995f39b62b_1_88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8" name="Google Shape;248;g3995f39b62b_1_88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9" name="Google Shape;249;g3995f39b62b_1_88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50" name="Google Shape;250;g3995f39b62b_1_88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id="251" name="Google Shape;251;g3995f39b62b_1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012" y="835922"/>
            <a:ext cx="13503974" cy="900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ED9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95f39b62b_1_35"/>
          <p:cNvSpPr/>
          <p:nvPr/>
        </p:nvSpPr>
        <p:spPr>
          <a:xfrm>
            <a:off x="3" y="1826516"/>
            <a:ext cx="2344293" cy="2088516"/>
          </a:xfrm>
          <a:custGeom>
            <a:rect b="b" l="l" r="r" t="t"/>
            <a:pathLst>
              <a:path extrusionOk="0" h="2088516" w="2344293">
                <a:moveTo>
                  <a:pt x="1401191" y="255"/>
                </a:moveTo>
                <a:cubicBezTo>
                  <a:pt x="1394079" y="255"/>
                  <a:pt x="1387221" y="2922"/>
                  <a:pt x="1381887" y="7748"/>
                </a:cubicBezTo>
                <a:cubicBezTo>
                  <a:pt x="1275080" y="105411"/>
                  <a:pt x="1074293" y="367031"/>
                  <a:pt x="1028319" y="541529"/>
                </a:cubicBezTo>
                <a:cubicBezTo>
                  <a:pt x="992505" y="677292"/>
                  <a:pt x="932434" y="848107"/>
                  <a:pt x="838581" y="943230"/>
                </a:cubicBezTo>
                <a:lnTo>
                  <a:pt x="830199" y="949580"/>
                </a:lnTo>
                <a:cubicBezTo>
                  <a:pt x="608076" y="1002920"/>
                  <a:pt x="370967" y="1066801"/>
                  <a:pt x="137287" y="1134111"/>
                </a:cubicBezTo>
                <a:cubicBezTo>
                  <a:pt x="277495" y="1030606"/>
                  <a:pt x="400304" y="922529"/>
                  <a:pt x="507746" y="749428"/>
                </a:cubicBezTo>
                <a:cubicBezTo>
                  <a:pt x="576072" y="639319"/>
                  <a:pt x="672465" y="352172"/>
                  <a:pt x="675513" y="84202"/>
                </a:cubicBezTo>
                <a:cubicBezTo>
                  <a:pt x="675513" y="81281"/>
                  <a:pt x="675132" y="78487"/>
                  <a:pt x="674243" y="75693"/>
                </a:cubicBezTo>
                <a:cubicBezTo>
                  <a:pt x="671449" y="66295"/>
                  <a:pt x="663956" y="58929"/>
                  <a:pt x="654431" y="56262"/>
                </a:cubicBezTo>
                <a:cubicBezTo>
                  <a:pt x="651891" y="55627"/>
                  <a:pt x="649351" y="55246"/>
                  <a:pt x="646811" y="55246"/>
                </a:cubicBezTo>
                <a:cubicBezTo>
                  <a:pt x="639699" y="55246"/>
                  <a:pt x="632841" y="57913"/>
                  <a:pt x="627507" y="62739"/>
                </a:cubicBezTo>
                <a:cubicBezTo>
                  <a:pt x="501904" y="177801"/>
                  <a:pt x="263017" y="489586"/>
                  <a:pt x="209042" y="694183"/>
                </a:cubicBezTo>
                <a:cubicBezTo>
                  <a:pt x="168529" y="847091"/>
                  <a:pt x="102616" y="1037591"/>
                  <a:pt x="0" y="1154558"/>
                </a:cubicBezTo>
                <a:lnTo>
                  <a:pt x="0" y="1238886"/>
                </a:lnTo>
                <a:lnTo>
                  <a:pt x="889" y="1239013"/>
                </a:lnTo>
                <a:cubicBezTo>
                  <a:pt x="158115" y="1273811"/>
                  <a:pt x="328422" y="1406272"/>
                  <a:pt x="452120" y="1518921"/>
                </a:cubicBezTo>
                <a:cubicBezTo>
                  <a:pt x="608584" y="1661542"/>
                  <a:pt x="978535" y="1793876"/>
                  <a:pt x="1146556" y="1822324"/>
                </a:cubicBezTo>
                <a:cubicBezTo>
                  <a:pt x="1148207" y="1822578"/>
                  <a:pt x="1149731" y="1822705"/>
                  <a:pt x="1151382" y="1822705"/>
                </a:cubicBezTo>
                <a:cubicBezTo>
                  <a:pt x="1159510" y="1822705"/>
                  <a:pt x="1167257" y="1819276"/>
                  <a:pt x="1172845" y="1813053"/>
                </a:cubicBezTo>
                <a:cubicBezTo>
                  <a:pt x="1179449" y="1805687"/>
                  <a:pt x="1181735" y="1795400"/>
                  <a:pt x="1178814" y="1785875"/>
                </a:cubicBezTo>
                <a:cubicBezTo>
                  <a:pt x="1178052" y="1783208"/>
                  <a:pt x="1176782" y="1780540"/>
                  <a:pt x="1175258" y="1778255"/>
                </a:cubicBezTo>
                <a:cubicBezTo>
                  <a:pt x="1027176" y="1554734"/>
                  <a:pt x="790321" y="1365886"/>
                  <a:pt x="673100" y="1310514"/>
                </a:cubicBezTo>
                <a:cubicBezTo>
                  <a:pt x="489585" y="1223773"/>
                  <a:pt x="328168" y="1199515"/>
                  <a:pt x="155067" y="1188593"/>
                </a:cubicBezTo>
                <a:cubicBezTo>
                  <a:pt x="387985" y="1121537"/>
                  <a:pt x="624205" y="1058037"/>
                  <a:pt x="844931" y="1004951"/>
                </a:cubicBezTo>
                <a:lnTo>
                  <a:pt x="856869" y="1005713"/>
                </a:lnTo>
                <a:cubicBezTo>
                  <a:pt x="987425" y="1034669"/>
                  <a:pt x="1130554" y="1145667"/>
                  <a:pt x="1234440" y="1240155"/>
                </a:cubicBezTo>
                <a:cubicBezTo>
                  <a:pt x="1367917" y="1361694"/>
                  <a:pt x="1678559" y="1472438"/>
                  <a:pt x="1821307" y="1496695"/>
                </a:cubicBezTo>
                <a:cubicBezTo>
                  <a:pt x="1822958" y="1496949"/>
                  <a:pt x="1824482" y="1497076"/>
                  <a:pt x="1826133" y="1497076"/>
                </a:cubicBezTo>
                <a:cubicBezTo>
                  <a:pt x="1834261" y="1497076"/>
                  <a:pt x="1842135" y="1493648"/>
                  <a:pt x="1847596" y="1487424"/>
                </a:cubicBezTo>
                <a:cubicBezTo>
                  <a:pt x="1854073" y="1480058"/>
                  <a:pt x="1856359" y="1469771"/>
                  <a:pt x="1853565" y="1460246"/>
                </a:cubicBezTo>
                <a:lnTo>
                  <a:pt x="1853565" y="1460246"/>
                </a:lnTo>
                <a:cubicBezTo>
                  <a:pt x="1852803" y="1457579"/>
                  <a:pt x="1851533" y="1454912"/>
                  <a:pt x="1850009" y="1452626"/>
                </a:cubicBezTo>
                <a:cubicBezTo>
                  <a:pt x="1724787" y="1263523"/>
                  <a:pt x="1525778" y="1104646"/>
                  <a:pt x="1425448" y="1057275"/>
                </a:cubicBezTo>
                <a:cubicBezTo>
                  <a:pt x="1291082" y="993775"/>
                  <a:pt x="1170686" y="969899"/>
                  <a:pt x="1045972" y="958596"/>
                </a:cubicBezTo>
                <a:cubicBezTo>
                  <a:pt x="1094613" y="947928"/>
                  <a:pt x="1142111" y="937895"/>
                  <a:pt x="1188085" y="928751"/>
                </a:cubicBezTo>
                <a:cubicBezTo>
                  <a:pt x="1196086" y="927100"/>
                  <a:pt x="1204214" y="925576"/>
                  <a:pt x="1212088" y="923925"/>
                </a:cubicBezTo>
                <a:cubicBezTo>
                  <a:pt x="1212723" y="923798"/>
                  <a:pt x="1213358" y="923671"/>
                  <a:pt x="1213866" y="923544"/>
                </a:cubicBezTo>
                <a:cubicBezTo>
                  <a:pt x="1213993" y="923544"/>
                  <a:pt x="1213993" y="923544"/>
                  <a:pt x="1214120" y="923544"/>
                </a:cubicBezTo>
                <a:lnTo>
                  <a:pt x="1295908" y="925195"/>
                </a:lnTo>
                <a:cubicBezTo>
                  <a:pt x="1296670" y="925195"/>
                  <a:pt x="1297432" y="925195"/>
                  <a:pt x="1298321" y="925068"/>
                </a:cubicBezTo>
                <a:cubicBezTo>
                  <a:pt x="1329182" y="923163"/>
                  <a:pt x="1358138" y="922147"/>
                  <a:pt x="1385824" y="922147"/>
                </a:cubicBezTo>
                <a:cubicBezTo>
                  <a:pt x="1489964" y="922147"/>
                  <a:pt x="1576959" y="935355"/>
                  <a:pt x="1686052" y="959231"/>
                </a:cubicBezTo>
                <a:cubicBezTo>
                  <a:pt x="1725676" y="967867"/>
                  <a:pt x="1772666" y="971677"/>
                  <a:pt x="1823466" y="971677"/>
                </a:cubicBezTo>
                <a:cubicBezTo>
                  <a:pt x="1998726" y="971677"/>
                  <a:pt x="2217420" y="927227"/>
                  <a:pt x="2322703" y="888111"/>
                </a:cubicBezTo>
                <a:cubicBezTo>
                  <a:pt x="2336673" y="882904"/>
                  <a:pt x="2344293" y="867918"/>
                  <a:pt x="2340356" y="853694"/>
                </a:cubicBezTo>
                <a:lnTo>
                  <a:pt x="2340356" y="853694"/>
                </a:lnTo>
                <a:lnTo>
                  <a:pt x="2340356" y="853694"/>
                </a:lnTo>
                <a:cubicBezTo>
                  <a:pt x="2338197" y="845820"/>
                  <a:pt x="2332736" y="839343"/>
                  <a:pt x="2325497" y="835660"/>
                </a:cubicBezTo>
                <a:cubicBezTo>
                  <a:pt x="2141728" y="744093"/>
                  <a:pt x="1917827" y="704088"/>
                  <a:pt x="1795145" y="704088"/>
                </a:cubicBezTo>
                <a:cubicBezTo>
                  <a:pt x="1782318" y="704088"/>
                  <a:pt x="1770507" y="704469"/>
                  <a:pt x="1760093" y="705358"/>
                </a:cubicBezTo>
                <a:cubicBezTo>
                  <a:pt x="1538859" y="723646"/>
                  <a:pt x="1387602" y="772160"/>
                  <a:pt x="1205865" y="867029"/>
                </a:cubicBezTo>
                <a:cubicBezTo>
                  <a:pt x="1204214" y="867029"/>
                  <a:pt x="1202690" y="867283"/>
                  <a:pt x="1201039" y="867537"/>
                </a:cubicBezTo>
                <a:cubicBezTo>
                  <a:pt x="1193038" y="869061"/>
                  <a:pt x="1184910" y="870712"/>
                  <a:pt x="1176782" y="872363"/>
                </a:cubicBezTo>
                <a:cubicBezTo>
                  <a:pt x="1112393" y="885190"/>
                  <a:pt x="1045337" y="899541"/>
                  <a:pt x="976376" y="915162"/>
                </a:cubicBezTo>
                <a:cubicBezTo>
                  <a:pt x="1093978" y="828167"/>
                  <a:pt x="1197483" y="736854"/>
                  <a:pt x="1287907" y="591185"/>
                </a:cubicBezTo>
                <a:cubicBezTo>
                  <a:pt x="1346454" y="497078"/>
                  <a:pt x="1427226" y="255524"/>
                  <a:pt x="1429766" y="28829"/>
                </a:cubicBezTo>
                <a:cubicBezTo>
                  <a:pt x="1429766" y="25908"/>
                  <a:pt x="1429385" y="23114"/>
                  <a:pt x="1428496" y="20320"/>
                </a:cubicBezTo>
                <a:cubicBezTo>
                  <a:pt x="1425702" y="10922"/>
                  <a:pt x="1418209" y="3556"/>
                  <a:pt x="1408684" y="1016"/>
                </a:cubicBezTo>
                <a:cubicBezTo>
                  <a:pt x="1406144" y="381"/>
                  <a:pt x="1403604" y="0"/>
                  <a:pt x="1401064" y="0"/>
                </a:cubicBezTo>
                <a:close/>
                <a:moveTo>
                  <a:pt x="0" y="1681227"/>
                </a:moveTo>
                <a:lnTo>
                  <a:pt x="0" y="1994663"/>
                </a:lnTo>
                <a:cubicBezTo>
                  <a:pt x="120015" y="2041272"/>
                  <a:pt x="236982" y="2075308"/>
                  <a:pt x="312928" y="2088135"/>
                </a:cubicBezTo>
                <a:cubicBezTo>
                  <a:pt x="314579" y="2088389"/>
                  <a:pt x="316103" y="2088516"/>
                  <a:pt x="317754" y="2088516"/>
                </a:cubicBezTo>
                <a:cubicBezTo>
                  <a:pt x="325882" y="2088516"/>
                  <a:pt x="333756" y="2085087"/>
                  <a:pt x="339217" y="2078864"/>
                </a:cubicBezTo>
                <a:cubicBezTo>
                  <a:pt x="345821" y="2071498"/>
                  <a:pt x="348107" y="2061211"/>
                  <a:pt x="345186" y="2051686"/>
                </a:cubicBezTo>
                <a:lnTo>
                  <a:pt x="345186" y="2051686"/>
                </a:lnTo>
                <a:cubicBezTo>
                  <a:pt x="344424" y="2049019"/>
                  <a:pt x="343154" y="2046351"/>
                  <a:pt x="341630" y="2044065"/>
                </a:cubicBezTo>
                <a:cubicBezTo>
                  <a:pt x="245999" y="1899921"/>
                  <a:pt x="113538" y="1770127"/>
                  <a:pt x="0" y="1681227"/>
                </a:cubicBezTo>
                <a:close/>
              </a:path>
            </a:pathLst>
          </a:custGeom>
          <a:solidFill>
            <a:srgbClr val="E7B9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995f39b62b_1_35"/>
          <p:cNvSpPr/>
          <p:nvPr/>
        </p:nvSpPr>
        <p:spPr>
          <a:xfrm>
            <a:off x="-76200" y="4209755"/>
            <a:ext cx="3637445" cy="6153445"/>
          </a:xfrm>
          <a:custGeom>
            <a:rect b="b" l="l" r="r" t="t"/>
            <a:pathLst>
              <a:path extrusionOk="0" h="6153445" w="3637445">
                <a:moveTo>
                  <a:pt x="0" y="0"/>
                </a:moveTo>
                <a:lnTo>
                  <a:pt x="3637445" y="0"/>
                </a:lnTo>
                <a:lnTo>
                  <a:pt x="3637445" y="6153445"/>
                </a:lnTo>
                <a:lnTo>
                  <a:pt x="0" y="6153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g3995f39b62b_1_35"/>
          <p:cNvSpPr/>
          <p:nvPr/>
        </p:nvSpPr>
        <p:spPr>
          <a:xfrm>
            <a:off x="15681547" y="3"/>
            <a:ext cx="2362581" cy="2712593"/>
          </a:xfrm>
          <a:custGeom>
            <a:rect b="b" l="l" r="r" t="t"/>
            <a:pathLst>
              <a:path extrusionOk="0" h="2712593" w="2362581">
                <a:moveTo>
                  <a:pt x="244602" y="0"/>
                </a:moveTo>
                <a:cubicBezTo>
                  <a:pt x="214376" y="37846"/>
                  <a:pt x="206756" y="61595"/>
                  <a:pt x="206756" y="61595"/>
                </a:cubicBezTo>
                <a:cubicBezTo>
                  <a:pt x="251841" y="79121"/>
                  <a:pt x="299720" y="87884"/>
                  <a:pt x="347472" y="87884"/>
                </a:cubicBezTo>
                <a:cubicBezTo>
                  <a:pt x="395224" y="87884"/>
                  <a:pt x="443103" y="79121"/>
                  <a:pt x="488188" y="61595"/>
                </a:cubicBezTo>
                <a:cubicBezTo>
                  <a:pt x="530987" y="45593"/>
                  <a:pt x="571500" y="24130"/>
                  <a:pt x="607822" y="0"/>
                </a:cubicBezTo>
                <a:close/>
                <a:moveTo>
                  <a:pt x="822833" y="0"/>
                </a:moveTo>
                <a:cubicBezTo>
                  <a:pt x="829183" y="15494"/>
                  <a:pt x="836168" y="30099"/>
                  <a:pt x="843788" y="42926"/>
                </a:cubicBezTo>
                <a:cubicBezTo>
                  <a:pt x="895096" y="129286"/>
                  <a:pt x="1026795" y="230378"/>
                  <a:pt x="1056132" y="252349"/>
                </a:cubicBezTo>
                <a:cubicBezTo>
                  <a:pt x="1057021" y="252984"/>
                  <a:pt x="1058037" y="253238"/>
                  <a:pt x="1058926" y="253238"/>
                </a:cubicBezTo>
                <a:cubicBezTo>
                  <a:pt x="1060323" y="253238"/>
                  <a:pt x="1061720" y="252603"/>
                  <a:pt x="1062736" y="251587"/>
                </a:cubicBezTo>
                <a:cubicBezTo>
                  <a:pt x="1063498" y="250825"/>
                  <a:pt x="1063498" y="250825"/>
                  <a:pt x="1063498" y="249936"/>
                </a:cubicBezTo>
                <a:cubicBezTo>
                  <a:pt x="1070102" y="220980"/>
                  <a:pt x="1094867" y="107188"/>
                  <a:pt x="1076706" y="0"/>
                </a:cubicBezTo>
                <a:close/>
                <a:moveTo>
                  <a:pt x="1213358" y="0"/>
                </a:moveTo>
                <a:cubicBezTo>
                  <a:pt x="1198118" y="35306"/>
                  <a:pt x="1186180" y="78486"/>
                  <a:pt x="1182878" y="130048"/>
                </a:cubicBezTo>
                <a:cubicBezTo>
                  <a:pt x="1171448" y="304419"/>
                  <a:pt x="1223518" y="393192"/>
                  <a:pt x="1223518" y="393192"/>
                </a:cubicBezTo>
                <a:cubicBezTo>
                  <a:pt x="1223518" y="393192"/>
                  <a:pt x="1319530" y="333756"/>
                  <a:pt x="1337437" y="174879"/>
                </a:cubicBezTo>
                <a:cubicBezTo>
                  <a:pt x="1343152" y="116713"/>
                  <a:pt x="1341628" y="57912"/>
                  <a:pt x="1333246" y="0"/>
                </a:cubicBezTo>
                <a:close/>
                <a:moveTo>
                  <a:pt x="1348867" y="0"/>
                </a:moveTo>
                <a:cubicBezTo>
                  <a:pt x="1382776" y="115570"/>
                  <a:pt x="1425448" y="219202"/>
                  <a:pt x="1469136" y="316611"/>
                </a:cubicBezTo>
                <a:cubicBezTo>
                  <a:pt x="1487805" y="357378"/>
                  <a:pt x="1506601" y="388366"/>
                  <a:pt x="1525270" y="416052"/>
                </a:cubicBezTo>
                <a:cubicBezTo>
                  <a:pt x="1504061" y="432308"/>
                  <a:pt x="1496822" y="447040"/>
                  <a:pt x="1496822" y="447040"/>
                </a:cubicBezTo>
                <a:cubicBezTo>
                  <a:pt x="1496822" y="447040"/>
                  <a:pt x="1402461" y="496697"/>
                  <a:pt x="1338961" y="633603"/>
                </a:cubicBezTo>
                <a:cubicBezTo>
                  <a:pt x="1229995" y="869061"/>
                  <a:pt x="1288542" y="1110996"/>
                  <a:pt x="1288542" y="1110996"/>
                </a:cubicBezTo>
                <a:cubicBezTo>
                  <a:pt x="1376426" y="1059688"/>
                  <a:pt x="1448816" y="985520"/>
                  <a:pt x="1496822" y="895858"/>
                </a:cubicBezTo>
                <a:cubicBezTo>
                  <a:pt x="1573276" y="750062"/>
                  <a:pt x="1573276" y="527558"/>
                  <a:pt x="1573276" y="527558"/>
                </a:cubicBezTo>
                <a:cubicBezTo>
                  <a:pt x="1573276" y="527558"/>
                  <a:pt x="1583055" y="531622"/>
                  <a:pt x="1631061" y="550418"/>
                </a:cubicBezTo>
                <a:cubicBezTo>
                  <a:pt x="1678178" y="617220"/>
                  <a:pt x="1725422" y="711708"/>
                  <a:pt x="1771015" y="901573"/>
                </a:cubicBezTo>
                <a:cubicBezTo>
                  <a:pt x="1758823" y="903224"/>
                  <a:pt x="1751457" y="904875"/>
                  <a:pt x="1751457" y="904875"/>
                </a:cubicBezTo>
                <a:cubicBezTo>
                  <a:pt x="1654683" y="1035177"/>
                  <a:pt x="1585468" y="1184275"/>
                  <a:pt x="1547241" y="1342390"/>
                </a:cubicBezTo>
                <a:cubicBezTo>
                  <a:pt x="1512316" y="1489837"/>
                  <a:pt x="1517142" y="1559052"/>
                  <a:pt x="1527683" y="1592453"/>
                </a:cubicBezTo>
                <a:cubicBezTo>
                  <a:pt x="1533779" y="1610868"/>
                  <a:pt x="1550797" y="1623568"/>
                  <a:pt x="1570482" y="1623568"/>
                </a:cubicBezTo>
                <a:cubicBezTo>
                  <a:pt x="1571625" y="1623568"/>
                  <a:pt x="1572895" y="1623568"/>
                  <a:pt x="1574038" y="1623441"/>
                </a:cubicBezTo>
                <a:cubicBezTo>
                  <a:pt x="1630934" y="1618615"/>
                  <a:pt x="1752981" y="1567180"/>
                  <a:pt x="1791208" y="1352169"/>
                </a:cubicBezTo>
                <a:cubicBezTo>
                  <a:pt x="1807464" y="1263396"/>
                  <a:pt x="1817243" y="1187577"/>
                  <a:pt x="1822958" y="1125728"/>
                </a:cubicBezTo>
                <a:cubicBezTo>
                  <a:pt x="1857121" y="1263396"/>
                  <a:pt x="1885569" y="1358773"/>
                  <a:pt x="1896999" y="1396238"/>
                </a:cubicBezTo>
                <a:cubicBezTo>
                  <a:pt x="1848231" y="1449959"/>
                  <a:pt x="1746504" y="1575435"/>
                  <a:pt x="1721358" y="1700911"/>
                </a:cubicBezTo>
                <a:cubicBezTo>
                  <a:pt x="1687957" y="1867154"/>
                  <a:pt x="1690497" y="2025142"/>
                  <a:pt x="1744980" y="2048002"/>
                </a:cubicBezTo>
                <a:cubicBezTo>
                  <a:pt x="1748282" y="2049399"/>
                  <a:pt x="1751965" y="2050161"/>
                  <a:pt x="1755902" y="2050161"/>
                </a:cubicBezTo>
                <a:cubicBezTo>
                  <a:pt x="1815465" y="2050161"/>
                  <a:pt x="1934337" y="1886204"/>
                  <a:pt x="1956562" y="1741678"/>
                </a:cubicBezTo>
                <a:cubicBezTo>
                  <a:pt x="1973707" y="1623568"/>
                  <a:pt x="1944370" y="1466342"/>
                  <a:pt x="1930527" y="1400302"/>
                </a:cubicBezTo>
                <a:cubicBezTo>
                  <a:pt x="1929003" y="1391920"/>
                  <a:pt x="1921002" y="1386332"/>
                  <a:pt x="1912747" y="1386332"/>
                </a:cubicBezTo>
                <a:cubicBezTo>
                  <a:pt x="1912239" y="1386332"/>
                  <a:pt x="1911604" y="1386332"/>
                  <a:pt x="1911096" y="1386459"/>
                </a:cubicBezTo>
                <a:cubicBezTo>
                  <a:pt x="1898142" y="1341628"/>
                  <a:pt x="1865503" y="1232535"/>
                  <a:pt x="1827276" y="1076071"/>
                </a:cubicBezTo>
                <a:cubicBezTo>
                  <a:pt x="1833753" y="988060"/>
                  <a:pt x="1832102" y="940816"/>
                  <a:pt x="1832102" y="940816"/>
                </a:cubicBezTo>
                <a:lnTo>
                  <a:pt x="1832102" y="940816"/>
                </a:lnTo>
                <a:cubicBezTo>
                  <a:pt x="1832102" y="940816"/>
                  <a:pt x="1888236" y="1075309"/>
                  <a:pt x="2054225" y="1185291"/>
                </a:cubicBezTo>
                <a:cubicBezTo>
                  <a:pt x="2179447" y="1268349"/>
                  <a:pt x="2262632" y="1303528"/>
                  <a:pt x="2306320" y="1303528"/>
                </a:cubicBezTo>
                <a:cubicBezTo>
                  <a:pt x="2320544" y="1303528"/>
                  <a:pt x="2330577" y="1299845"/>
                  <a:pt x="2336546" y="1292860"/>
                </a:cubicBezTo>
                <a:cubicBezTo>
                  <a:pt x="2362581" y="1263523"/>
                  <a:pt x="2268982" y="1047623"/>
                  <a:pt x="2100707" y="957961"/>
                </a:cubicBezTo>
                <a:cubicBezTo>
                  <a:pt x="2006854" y="908177"/>
                  <a:pt x="1909699" y="896874"/>
                  <a:pt x="1841754" y="896874"/>
                </a:cubicBezTo>
                <a:cubicBezTo>
                  <a:pt x="1820799" y="896874"/>
                  <a:pt x="1802638" y="897890"/>
                  <a:pt x="1788287" y="899287"/>
                </a:cubicBezTo>
                <a:cubicBezTo>
                  <a:pt x="1745996" y="723265"/>
                  <a:pt x="1702054" y="627126"/>
                  <a:pt x="1658112" y="559562"/>
                </a:cubicBezTo>
                <a:lnTo>
                  <a:pt x="1658112" y="559562"/>
                </a:lnTo>
                <a:cubicBezTo>
                  <a:pt x="1676781" y="566928"/>
                  <a:pt x="1699641" y="575056"/>
                  <a:pt x="1726438" y="584835"/>
                </a:cubicBezTo>
                <a:cubicBezTo>
                  <a:pt x="1754251" y="595122"/>
                  <a:pt x="1785366" y="599186"/>
                  <a:pt x="1817243" y="599186"/>
                </a:cubicBezTo>
                <a:cubicBezTo>
                  <a:pt x="1937258" y="599186"/>
                  <a:pt x="2067306" y="541655"/>
                  <a:pt x="2067306" y="541655"/>
                </a:cubicBezTo>
                <a:cubicBezTo>
                  <a:pt x="2067306" y="541655"/>
                  <a:pt x="2078736" y="386842"/>
                  <a:pt x="1816735" y="362458"/>
                </a:cubicBezTo>
                <a:cubicBezTo>
                  <a:pt x="1790192" y="360045"/>
                  <a:pt x="1765681" y="358902"/>
                  <a:pt x="1743202" y="358902"/>
                </a:cubicBezTo>
                <a:cubicBezTo>
                  <a:pt x="1638173" y="358902"/>
                  <a:pt x="1575689" y="382778"/>
                  <a:pt x="1540129" y="405638"/>
                </a:cubicBezTo>
                <a:cubicBezTo>
                  <a:pt x="1521460" y="378714"/>
                  <a:pt x="1502664" y="348615"/>
                  <a:pt x="1484757" y="308737"/>
                </a:cubicBezTo>
                <a:cubicBezTo>
                  <a:pt x="1441831" y="213741"/>
                  <a:pt x="1400302" y="112776"/>
                  <a:pt x="1367028" y="254"/>
                </a:cubicBezTo>
                <a:close/>
                <a:moveTo>
                  <a:pt x="709041" y="0"/>
                </a:moveTo>
                <a:cubicBezTo>
                  <a:pt x="696849" y="67310"/>
                  <a:pt x="684657" y="137922"/>
                  <a:pt x="672084" y="209931"/>
                </a:cubicBezTo>
                <a:cubicBezTo>
                  <a:pt x="659892" y="279146"/>
                  <a:pt x="647700" y="349250"/>
                  <a:pt x="635508" y="418465"/>
                </a:cubicBezTo>
                <a:cubicBezTo>
                  <a:pt x="624078" y="413639"/>
                  <a:pt x="617601" y="411099"/>
                  <a:pt x="617601" y="411099"/>
                </a:cubicBezTo>
                <a:cubicBezTo>
                  <a:pt x="617601" y="411099"/>
                  <a:pt x="600964" y="394716"/>
                  <a:pt x="559308" y="394716"/>
                </a:cubicBezTo>
                <a:cubicBezTo>
                  <a:pt x="513334" y="394716"/>
                  <a:pt x="436880" y="414655"/>
                  <a:pt x="318262" y="498348"/>
                </a:cubicBezTo>
                <a:cubicBezTo>
                  <a:pt x="90424" y="657987"/>
                  <a:pt x="60325" y="769620"/>
                  <a:pt x="60325" y="769620"/>
                </a:cubicBezTo>
                <a:cubicBezTo>
                  <a:pt x="60325" y="769620"/>
                  <a:pt x="168402" y="823087"/>
                  <a:pt x="269113" y="823087"/>
                </a:cubicBezTo>
                <a:cubicBezTo>
                  <a:pt x="307340" y="823087"/>
                  <a:pt x="344551" y="815340"/>
                  <a:pt x="374396" y="794004"/>
                </a:cubicBezTo>
                <a:cubicBezTo>
                  <a:pt x="482600" y="716661"/>
                  <a:pt x="615950" y="463169"/>
                  <a:pt x="615950" y="463169"/>
                </a:cubicBezTo>
                <a:cubicBezTo>
                  <a:pt x="615950" y="463169"/>
                  <a:pt x="616712" y="474599"/>
                  <a:pt x="620014" y="494157"/>
                </a:cubicBezTo>
                <a:cubicBezTo>
                  <a:pt x="593217" y="638429"/>
                  <a:pt x="564642" y="772795"/>
                  <a:pt x="533781" y="877951"/>
                </a:cubicBezTo>
                <a:cubicBezTo>
                  <a:pt x="527304" y="900811"/>
                  <a:pt x="520827" y="922782"/>
                  <a:pt x="514223" y="945515"/>
                </a:cubicBezTo>
                <a:cubicBezTo>
                  <a:pt x="497967" y="1000887"/>
                  <a:pt x="481711" y="1055497"/>
                  <a:pt x="466217" y="1109218"/>
                </a:cubicBezTo>
                <a:lnTo>
                  <a:pt x="464566" y="1109218"/>
                </a:lnTo>
                <a:cubicBezTo>
                  <a:pt x="457200" y="1123823"/>
                  <a:pt x="453136" y="1137793"/>
                  <a:pt x="452374" y="1150747"/>
                </a:cubicBezTo>
                <a:cubicBezTo>
                  <a:pt x="447294" y="1148969"/>
                  <a:pt x="442087" y="1147826"/>
                  <a:pt x="436626" y="1147826"/>
                </a:cubicBezTo>
                <a:cubicBezTo>
                  <a:pt x="432435" y="1147826"/>
                  <a:pt x="428117" y="1148461"/>
                  <a:pt x="423799" y="1149858"/>
                </a:cubicBezTo>
                <a:cubicBezTo>
                  <a:pt x="366903" y="1166114"/>
                  <a:pt x="283083" y="1201166"/>
                  <a:pt x="187960" y="1272921"/>
                </a:cubicBezTo>
                <a:cubicBezTo>
                  <a:pt x="63500" y="1367409"/>
                  <a:pt x="17907" y="1529588"/>
                  <a:pt x="1651" y="1615948"/>
                </a:cubicBezTo>
                <a:cubicBezTo>
                  <a:pt x="0" y="1622425"/>
                  <a:pt x="889" y="1629029"/>
                  <a:pt x="2413" y="1635506"/>
                </a:cubicBezTo>
                <a:cubicBezTo>
                  <a:pt x="8001" y="1656334"/>
                  <a:pt x="26543" y="1670177"/>
                  <a:pt x="47117" y="1670177"/>
                </a:cubicBezTo>
                <a:cubicBezTo>
                  <a:pt x="50673" y="1670177"/>
                  <a:pt x="54102" y="1669796"/>
                  <a:pt x="57658" y="1668907"/>
                </a:cubicBezTo>
                <a:cubicBezTo>
                  <a:pt x="95123" y="1659128"/>
                  <a:pt x="152781" y="1637157"/>
                  <a:pt x="238252" y="1589024"/>
                </a:cubicBezTo>
                <a:cubicBezTo>
                  <a:pt x="300863" y="1553210"/>
                  <a:pt x="350520" y="1492885"/>
                  <a:pt x="388747" y="1427734"/>
                </a:cubicBezTo>
                <a:cubicBezTo>
                  <a:pt x="370840" y="1523873"/>
                  <a:pt x="361950" y="1614297"/>
                  <a:pt x="366776" y="1695831"/>
                </a:cubicBezTo>
                <a:cubicBezTo>
                  <a:pt x="374142" y="1824609"/>
                  <a:pt x="399288" y="1980946"/>
                  <a:pt x="418846" y="2090166"/>
                </a:cubicBezTo>
                <a:cubicBezTo>
                  <a:pt x="410718" y="2084197"/>
                  <a:pt x="401066" y="2080260"/>
                  <a:pt x="390144" y="2080260"/>
                </a:cubicBezTo>
                <a:cubicBezTo>
                  <a:pt x="389128" y="2080260"/>
                  <a:pt x="388112" y="2080260"/>
                  <a:pt x="387096" y="2080387"/>
                </a:cubicBezTo>
                <a:cubicBezTo>
                  <a:pt x="383032" y="2080387"/>
                  <a:pt x="378968" y="2081149"/>
                  <a:pt x="374904" y="2082800"/>
                </a:cubicBezTo>
                <a:cubicBezTo>
                  <a:pt x="300101" y="2108835"/>
                  <a:pt x="170688" y="2171573"/>
                  <a:pt x="115443" y="2302002"/>
                </a:cubicBezTo>
                <a:cubicBezTo>
                  <a:pt x="80518" y="2383536"/>
                  <a:pt x="75565" y="2449449"/>
                  <a:pt x="81280" y="2498344"/>
                </a:cubicBezTo>
                <a:cubicBezTo>
                  <a:pt x="85090" y="2528062"/>
                  <a:pt x="110998" y="2550033"/>
                  <a:pt x="140335" y="2550033"/>
                </a:cubicBezTo>
                <a:cubicBezTo>
                  <a:pt x="142367" y="2550033"/>
                  <a:pt x="144399" y="2549906"/>
                  <a:pt x="146431" y="2549779"/>
                </a:cubicBezTo>
                <a:cubicBezTo>
                  <a:pt x="159385" y="2548128"/>
                  <a:pt x="170815" y="2542413"/>
                  <a:pt x="180594" y="2533523"/>
                </a:cubicBezTo>
                <a:cubicBezTo>
                  <a:pt x="218059" y="2496058"/>
                  <a:pt x="263525" y="2451227"/>
                  <a:pt x="292862" y="2424303"/>
                </a:cubicBezTo>
                <a:cubicBezTo>
                  <a:pt x="327025" y="2392553"/>
                  <a:pt x="384810" y="2376170"/>
                  <a:pt x="416560" y="2306193"/>
                </a:cubicBezTo>
                <a:cubicBezTo>
                  <a:pt x="423926" y="2363978"/>
                  <a:pt x="438531" y="2425192"/>
                  <a:pt x="465328" y="2474087"/>
                </a:cubicBezTo>
                <a:cubicBezTo>
                  <a:pt x="533654" y="2598801"/>
                  <a:pt x="584962" y="2688336"/>
                  <a:pt x="687451" y="2711958"/>
                </a:cubicBezTo>
                <a:cubicBezTo>
                  <a:pt x="689483" y="2712465"/>
                  <a:pt x="691515" y="2712593"/>
                  <a:pt x="693547" y="2712593"/>
                </a:cubicBezTo>
                <a:cubicBezTo>
                  <a:pt x="705993" y="2712593"/>
                  <a:pt x="717296" y="2704211"/>
                  <a:pt x="720852" y="2691511"/>
                </a:cubicBezTo>
                <a:cubicBezTo>
                  <a:pt x="736346" y="2636900"/>
                  <a:pt x="765556" y="2504947"/>
                  <a:pt x="713486" y="2447036"/>
                </a:cubicBezTo>
                <a:cubicBezTo>
                  <a:pt x="662178" y="2390775"/>
                  <a:pt x="514985" y="2226183"/>
                  <a:pt x="446659" y="2149602"/>
                </a:cubicBezTo>
                <a:cubicBezTo>
                  <a:pt x="432816" y="2075434"/>
                  <a:pt x="410845" y="1952371"/>
                  <a:pt x="396240" y="1831847"/>
                </a:cubicBezTo>
                <a:cubicBezTo>
                  <a:pt x="416560" y="1880743"/>
                  <a:pt x="466217" y="1952371"/>
                  <a:pt x="591439" y="2024125"/>
                </a:cubicBezTo>
                <a:cubicBezTo>
                  <a:pt x="665099" y="2066543"/>
                  <a:pt x="733171" y="2080768"/>
                  <a:pt x="791083" y="2080768"/>
                </a:cubicBezTo>
                <a:cubicBezTo>
                  <a:pt x="864362" y="2080768"/>
                  <a:pt x="921639" y="2058035"/>
                  <a:pt x="953389" y="2041271"/>
                </a:cubicBezTo>
                <a:cubicBezTo>
                  <a:pt x="955802" y="2040509"/>
                  <a:pt x="957453" y="2038858"/>
                  <a:pt x="959104" y="2037206"/>
                </a:cubicBezTo>
                <a:cubicBezTo>
                  <a:pt x="968883" y="2027427"/>
                  <a:pt x="969645" y="2011171"/>
                  <a:pt x="959104" y="2000503"/>
                </a:cubicBezTo>
                <a:cubicBezTo>
                  <a:pt x="911098" y="1952371"/>
                  <a:pt x="797179" y="1843277"/>
                  <a:pt x="704469" y="1802511"/>
                </a:cubicBezTo>
                <a:cubicBezTo>
                  <a:pt x="634365" y="1771650"/>
                  <a:pt x="537210" y="1765046"/>
                  <a:pt x="467868" y="1765046"/>
                </a:cubicBezTo>
                <a:cubicBezTo>
                  <a:pt x="443992" y="1765046"/>
                  <a:pt x="423418" y="1765808"/>
                  <a:pt x="408305" y="1766697"/>
                </a:cubicBezTo>
                <a:cubicBezTo>
                  <a:pt x="406654" y="1766697"/>
                  <a:pt x="405892" y="1766697"/>
                  <a:pt x="404241" y="1767459"/>
                </a:cubicBezTo>
                <a:cubicBezTo>
                  <a:pt x="397764" y="1769110"/>
                  <a:pt x="392049" y="1772285"/>
                  <a:pt x="388747" y="1777238"/>
                </a:cubicBezTo>
                <a:cubicBezTo>
                  <a:pt x="386334" y="1749552"/>
                  <a:pt x="383921" y="1721866"/>
                  <a:pt x="382270" y="1695704"/>
                </a:cubicBezTo>
                <a:cubicBezTo>
                  <a:pt x="376555" y="1601216"/>
                  <a:pt x="390398" y="1494409"/>
                  <a:pt x="414020" y="1379601"/>
                </a:cubicBezTo>
                <a:cubicBezTo>
                  <a:pt x="440817" y="1325880"/>
                  <a:pt x="459613" y="1272032"/>
                  <a:pt x="473456" y="1228852"/>
                </a:cubicBezTo>
                <a:cubicBezTo>
                  <a:pt x="514096" y="1290828"/>
                  <a:pt x="602742" y="1344549"/>
                  <a:pt x="678434" y="1403223"/>
                </a:cubicBezTo>
                <a:cubicBezTo>
                  <a:pt x="757301" y="1464310"/>
                  <a:pt x="848487" y="1478153"/>
                  <a:pt x="902081" y="1481455"/>
                </a:cubicBezTo>
                <a:lnTo>
                  <a:pt x="909447" y="1481455"/>
                </a:lnTo>
                <a:cubicBezTo>
                  <a:pt x="931418" y="1478153"/>
                  <a:pt x="946023" y="1457833"/>
                  <a:pt x="942848" y="1436624"/>
                </a:cubicBezTo>
                <a:cubicBezTo>
                  <a:pt x="933069" y="1364107"/>
                  <a:pt x="901319" y="1224788"/>
                  <a:pt x="804545" y="1161288"/>
                </a:cubicBezTo>
                <a:cubicBezTo>
                  <a:pt x="732028" y="1114171"/>
                  <a:pt x="637667" y="1103376"/>
                  <a:pt x="566801" y="1103376"/>
                </a:cubicBezTo>
                <a:cubicBezTo>
                  <a:pt x="530987" y="1103376"/>
                  <a:pt x="501269" y="1106170"/>
                  <a:pt x="483235" y="1108329"/>
                </a:cubicBezTo>
                <a:cubicBezTo>
                  <a:pt x="497840" y="1057021"/>
                  <a:pt x="513334" y="1004824"/>
                  <a:pt x="528828" y="951865"/>
                </a:cubicBezTo>
                <a:cubicBezTo>
                  <a:pt x="535305" y="929005"/>
                  <a:pt x="541782" y="907034"/>
                  <a:pt x="548386" y="884301"/>
                </a:cubicBezTo>
                <a:cubicBezTo>
                  <a:pt x="576072" y="788924"/>
                  <a:pt x="602107" y="670814"/>
                  <a:pt x="626491" y="542925"/>
                </a:cubicBezTo>
                <a:cubicBezTo>
                  <a:pt x="641096" y="626872"/>
                  <a:pt x="672084" y="758063"/>
                  <a:pt x="728218" y="823214"/>
                </a:cubicBezTo>
                <a:cubicBezTo>
                  <a:pt x="815213" y="925068"/>
                  <a:pt x="1062482" y="1031748"/>
                  <a:pt x="1062482" y="1031748"/>
                </a:cubicBezTo>
                <a:cubicBezTo>
                  <a:pt x="1062482" y="1031748"/>
                  <a:pt x="1064895" y="803656"/>
                  <a:pt x="946912" y="647954"/>
                </a:cubicBezTo>
                <a:cubicBezTo>
                  <a:pt x="858266" y="529844"/>
                  <a:pt x="712597" y="454025"/>
                  <a:pt x="647573" y="424688"/>
                </a:cubicBezTo>
                <a:cubicBezTo>
                  <a:pt x="660527" y="354584"/>
                  <a:pt x="672846" y="282956"/>
                  <a:pt x="685038" y="212852"/>
                </a:cubicBezTo>
                <a:cubicBezTo>
                  <a:pt x="697865" y="140081"/>
                  <a:pt x="710438" y="68326"/>
                  <a:pt x="722757" y="0"/>
                </a:cubicBezTo>
                <a:close/>
              </a:path>
            </a:pathLst>
          </a:custGeom>
          <a:solidFill>
            <a:srgbClr val="A19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9" name="Google Shape;259;g3995f39b62b_1_35"/>
          <p:cNvGrpSpPr/>
          <p:nvPr/>
        </p:nvGrpSpPr>
        <p:grpSpPr>
          <a:xfrm>
            <a:off x="-3" y="4272045"/>
            <a:ext cx="3503930" cy="6014974"/>
            <a:chOff x="63500" y="63500"/>
            <a:chExt cx="3503930" cy="6014974"/>
          </a:xfrm>
        </p:grpSpPr>
        <p:sp>
          <p:nvSpPr>
            <p:cNvPr id="260" name="Google Shape;260;g3995f39b62b_1_35"/>
            <p:cNvSpPr/>
            <p:nvPr/>
          </p:nvSpPr>
          <p:spPr>
            <a:xfrm>
              <a:off x="63500" y="63500"/>
              <a:ext cx="2045335" cy="3255137"/>
            </a:xfrm>
            <a:custGeom>
              <a:rect b="b" l="l" r="r" t="t"/>
              <a:pathLst>
                <a:path extrusionOk="0" h="3255137" w="2045335">
                  <a:moveTo>
                    <a:pt x="0" y="0"/>
                  </a:moveTo>
                  <a:lnTo>
                    <a:pt x="0" y="3255137"/>
                  </a:lnTo>
                  <a:lnTo>
                    <a:pt x="2045335" y="3255137"/>
                  </a:lnTo>
                  <a:lnTo>
                    <a:pt x="20453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1" name="Google Shape;261;g3995f39b62b_1_35"/>
            <p:cNvSpPr/>
            <p:nvPr/>
          </p:nvSpPr>
          <p:spPr>
            <a:xfrm>
              <a:off x="2108835" y="2565019"/>
              <a:ext cx="1458595" cy="3513455"/>
            </a:xfrm>
            <a:custGeom>
              <a:rect b="b" l="l" r="r" t="t"/>
              <a:pathLst>
                <a:path extrusionOk="0" h="3513455" w="1458595">
                  <a:moveTo>
                    <a:pt x="0" y="0"/>
                  </a:moveTo>
                  <a:lnTo>
                    <a:pt x="0" y="3513455"/>
                  </a:lnTo>
                  <a:lnTo>
                    <a:pt x="1458595" y="3513455"/>
                  </a:lnTo>
                  <a:lnTo>
                    <a:pt x="14585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2" name="Google Shape;262;g3995f39b62b_1_35"/>
            <p:cNvSpPr/>
            <p:nvPr/>
          </p:nvSpPr>
          <p:spPr>
            <a:xfrm>
              <a:off x="63500" y="2992374"/>
              <a:ext cx="2558034" cy="3086100"/>
            </a:xfrm>
            <a:custGeom>
              <a:rect b="b" l="l" r="r" t="t"/>
              <a:pathLst>
                <a:path extrusionOk="0" h="3086100" w="2558034">
                  <a:moveTo>
                    <a:pt x="0" y="0"/>
                  </a:moveTo>
                  <a:lnTo>
                    <a:pt x="0" y="3086100"/>
                  </a:lnTo>
                  <a:lnTo>
                    <a:pt x="2558034" y="3086100"/>
                  </a:lnTo>
                  <a:lnTo>
                    <a:pt x="255803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</p:grpSp>
      <p:sp>
        <p:nvSpPr>
          <p:cNvPr id="263" name="Google Shape;263;g3995f39b62b_1_35"/>
          <p:cNvSpPr/>
          <p:nvPr/>
        </p:nvSpPr>
        <p:spPr>
          <a:xfrm>
            <a:off x="15681693" y="0"/>
            <a:ext cx="2366010" cy="2720721"/>
          </a:xfrm>
          <a:custGeom>
            <a:rect b="b" l="l" r="r" t="t"/>
            <a:pathLst>
              <a:path extrusionOk="0" h="2720721" w="2366010">
                <a:moveTo>
                  <a:pt x="0" y="0"/>
                </a:moveTo>
                <a:lnTo>
                  <a:pt x="0" y="2720721"/>
                </a:lnTo>
                <a:lnTo>
                  <a:pt x="2366010" y="2720721"/>
                </a:lnTo>
                <a:lnTo>
                  <a:pt x="236601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id="264" name="Google Shape;264;g3995f39b62b_1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1250" y="734550"/>
            <a:ext cx="12120450" cy="869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