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18288000" cy="10287000"/>
  <p:embeddedFontLst>
    <p:embeddedFont>
      <p:font typeface="Tahoma"/>
      <p:regular r:id="rId11"/>
      <p:bold r:id="rId12"/>
    </p:embeddedFon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qPn/HkQ3XGCr2jHNQFFQT3qxS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Tahoma-regular.fntdata"/><Relationship Id="rId10" Type="http://schemas.openxmlformats.org/officeDocument/2006/relationships/slide" Target="slides/slide5.xml"/><Relationship Id="rId13" Type="http://schemas.openxmlformats.org/officeDocument/2006/relationships/font" Target="fonts/ArialBlack-regular.fntdata"/><Relationship Id="rId12" Type="http://schemas.openxmlformats.org/officeDocument/2006/relationships/font" Target="fonts/Tahoma-bold.fntdata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Relationship Id="rId4" Type="http://schemas.openxmlformats.org/officeDocument/2006/relationships/image" Target="../media/image2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6158006" y="-69214"/>
            <a:ext cx="664337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15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2069027" y="2452406"/>
            <a:ext cx="15073630" cy="5401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661490" cy="353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248" y="2456165"/>
            <a:ext cx="14485503" cy="5787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41" y="6526179"/>
            <a:ext cx="3910169" cy="376081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/>
          <p:nvPr/>
        </p:nvSpPr>
        <p:spPr>
          <a:xfrm>
            <a:off x="4541414" y="9464177"/>
            <a:ext cx="11668760" cy="0"/>
          </a:xfrm>
          <a:custGeom>
            <a:rect b="b" l="l" r="r" t="t"/>
            <a:pathLst>
              <a:path extrusionOk="0" h="120000" w="11668760">
                <a:moveTo>
                  <a:pt x="0" y="0"/>
                </a:moveTo>
                <a:lnTo>
                  <a:pt x="11668227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6158006" y="-69214"/>
            <a:ext cx="664337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15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15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6158006" y="-69214"/>
            <a:ext cx="664337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15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23.png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26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.xml"/><Relationship Id="rId28" Type="http://schemas.openxmlformats.org/officeDocument/2006/relationships/slideLayout" Target="../slideLayouts/slideLayout5.xml"/><Relationship Id="rId27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29" Type="http://schemas.openxmlformats.org/officeDocument/2006/relationships/theme" Target="../theme/theme1.xml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9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70" y="0"/>
            <a:ext cx="2400300" cy="294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50" y="0"/>
            <a:ext cx="2349500" cy="300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" y="0"/>
            <a:ext cx="2298700" cy="3058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5" y="0"/>
            <a:ext cx="2247900" cy="311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3" y="0"/>
            <a:ext cx="2197100" cy="3170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9" y="0"/>
            <a:ext cx="2146300" cy="322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1" y="0"/>
            <a:ext cx="2095500" cy="327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2043296" cy="3324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04" y="0"/>
            <a:ext cx="1981200" cy="3374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48" y="0"/>
            <a:ext cx="1930400" cy="3429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82" y="0"/>
            <a:ext cx="1866900" cy="347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09" y="0"/>
            <a:ext cx="1816100" cy="352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31" y="0"/>
            <a:ext cx="2044700" cy="325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00" y="0"/>
            <a:ext cx="2273300" cy="2981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80" y="0"/>
            <a:ext cx="2527300" cy="272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98" y="0"/>
            <a:ext cx="2768600" cy="2463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12" y="0"/>
            <a:ext cx="3022600" cy="220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23" y="0"/>
            <a:ext cx="3289300" cy="195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347" y="0"/>
            <a:ext cx="3556000" cy="169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309" y="0"/>
            <a:ext cx="3822700" cy="144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266" y="0"/>
            <a:ext cx="4102100" cy="1194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227" y="0"/>
            <a:ext cx="4381500" cy="992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0"/>
            <a:ext cx="4661022" cy="89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/>
          <p:nvPr>
            <p:ph type="title"/>
          </p:nvPr>
        </p:nvSpPr>
        <p:spPr>
          <a:xfrm>
            <a:off x="6158006" y="-69214"/>
            <a:ext cx="664337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150" u="none" cap="none" strike="noStrike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2069027" y="2452406"/>
            <a:ext cx="15073630" cy="5401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4"/>
    <p:sldLayoutId id="2147483650" r:id="rId25"/>
    <p:sldLayoutId id="2147483651" r:id="rId26"/>
    <p:sldLayoutId id="2147483652" r:id="rId27"/>
    <p:sldLayoutId id="2147483653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"/>
          <p:cNvGrpSpPr/>
          <p:nvPr/>
        </p:nvGrpSpPr>
        <p:grpSpPr>
          <a:xfrm>
            <a:off x="13703256" y="6886972"/>
            <a:ext cx="4584743" cy="3400027"/>
            <a:chOff x="13703256" y="6886972"/>
            <a:chExt cx="4584743" cy="3400027"/>
          </a:xfrm>
        </p:grpSpPr>
        <p:pic>
          <p:nvPicPr>
            <p:cNvPr id="73" name="Google Shape;7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820743" y="7117495"/>
              <a:ext cx="2467256" cy="3169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62362" y="7001908"/>
              <a:ext cx="2024614" cy="3285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378854" y="6886972"/>
              <a:ext cx="1905000" cy="3400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703256" y="7171665"/>
              <a:ext cx="4584743" cy="3115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1"/>
          <p:cNvGrpSpPr/>
          <p:nvPr/>
        </p:nvGrpSpPr>
        <p:grpSpPr>
          <a:xfrm>
            <a:off x="0" y="6599535"/>
            <a:ext cx="4173854" cy="3688079"/>
            <a:chOff x="0" y="6599535"/>
            <a:chExt cx="4173854" cy="3688079"/>
          </a:xfrm>
        </p:grpSpPr>
        <p:sp>
          <p:nvSpPr>
            <p:cNvPr id="78" name="Google Shape;78;p1"/>
            <p:cNvSpPr/>
            <p:nvPr/>
          </p:nvSpPr>
          <p:spPr>
            <a:xfrm>
              <a:off x="0" y="6599535"/>
              <a:ext cx="4173854" cy="3688079"/>
            </a:xfrm>
            <a:custGeom>
              <a:rect b="b" l="l" r="r" t="t"/>
              <a:pathLst>
                <a:path extrusionOk="0" h="3688079" w="4173854">
                  <a:moveTo>
                    <a:pt x="4173611" y="3687464"/>
                  </a:moveTo>
                  <a:lnTo>
                    <a:pt x="0" y="0"/>
                  </a:lnTo>
                  <a:lnTo>
                    <a:pt x="0" y="3687464"/>
                  </a:lnTo>
                  <a:lnTo>
                    <a:pt x="4173611" y="3687464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0" y="6729514"/>
              <a:ext cx="3557904" cy="3557904"/>
            </a:xfrm>
            <a:custGeom>
              <a:rect b="b" l="l" r="r" t="t"/>
              <a:pathLst>
                <a:path extrusionOk="0" h="3557904" w="3557904">
                  <a:moveTo>
                    <a:pt x="0" y="3557485"/>
                  </a:moveTo>
                  <a:lnTo>
                    <a:pt x="3557485" y="3557485"/>
                  </a:lnTo>
                  <a:lnTo>
                    <a:pt x="0" y="0"/>
                  </a:lnTo>
                  <a:lnTo>
                    <a:pt x="0" y="355748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1"/>
          <p:cNvGrpSpPr/>
          <p:nvPr/>
        </p:nvGrpSpPr>
        <p:grpSpPr>
          <a:xfrm>
            <a:off x="15486529" y="0"/>
            <a:ext cx="2801620" cy="2527300"/>
            <a:chOff x="15486529" y="0"/>
            <a:chExt cx="2801620" cy="2527300"/>
          </a:xfrm>
        </p:grpSpPr>
        <p:sp>
          <p:nvSpPr>
            <p:cNvPr id="81" name="Google Shape;81;p1"/>
            <p:cNvSpPr/>
            <p:nvPr/>
          </p:nvSpPr>
          <p:spPr>
            <a:xfrm>
              <a:off x="15486529" y="0"/>
              <a:ext cx="2801620" cy="2527300"/>
            </a:xfrm>
            <a:custGeom>
              <a:rect b="b" l="l" r="r" t="t"/>
              <a:pathLst>
                <a:path extrusionOk="0" h="2527300" w="2801619">
                  <a:moveTo>
                    <a:pt x="0" y="0"/>
                  </a:moveTo>
                  <a:lnTo>
                    <a:pt x="2801471" y="2527263"/>
                  </a:lnTo>
                  <a:lnTo>
                    <a:pt x="2801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15843373" y="0"/>
              <a:ext cx="2444750" cy="2444750"/>
            </a:xfrm>
            <a:custGeom>
              <a:rect b="b" l="l" r="r" t="t"/>
              <a:pathLst>
                <a:path extrusionOk="0" h="2444750" w="2444750">
                  <a:moveTo>
                    <a:pt x="2444625" y="0"/>
                  </a:moveTo>
                  <a:lnTo>
                    <a:pt x="0" y="0"/>
                  </a:lnTo>
                  <a:lnTo>
                    <a:pt x="2444625" y="2444625"/>
                  </a:lnTo>
                  <a:lnTo>
                    <a:pt x="244462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"/>
          <p:cNvSpPr txBox="1"/>
          <p:nvPr/>
        </p:nvSpPr>
        <p:spPr>
          <a:xfrm>
            <a:off x="2662538" y="3845481"/>
            <a:ext cx="12963525" cy="177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rPr>
              <a:t>KNN ALGORITHM</a:t>
            </a:r>
            <a:endParaRPr sz="115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3136039" y="956213"/>
            <a:ext cx="12990195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K-NEAREST NEIGHBORS</a:t>
            </a:r>
            <a:endParaRPr/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27" y="346354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27" y="404456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>
            <p:ph idx="1" type="body"/>
          </p:nvPr>
        </p:nvSpPr>
        <p:spPr>
          <a:xfrm>
            <a:off x="2094375" y="2649749"/>
            <a:ext cx="15073500" cy="5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-706120" lvl="0" marL="718185" marR="2875280" rtl="0" algn="l">
              <a:lnSpc>
                <a:spcPct val="9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KNN is a supervised machine learning algorithm used </a:t>
            </a:r>
            <a:r>
              <a:rPr lang="en-US"/>
              <a:t> </a:t>
            </a:r>
            <a:r>
              <a:rPr lang="en-US"/>
              <a:t>Classification 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/>
              <a:t>most common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)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  <a:p>
            <a:pPr indent="0" lvl="0" marL="71818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/>
              <a:t>Regression 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/>
              <a:t>less common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)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492250" rtl="0" algn="l">
              <a:lnSpc>
                <a:spcPct val="99500"/>
              </a:lnSpc>
              <a:spcBef>
                <a:spcPts val="3460"/>
              </a:spcBef>
              <a:spcAft>
                <a:spcPts val="0"/>
              </a:spcAft>
              <a:buNone/>
            </a:pPr>
            <a:r>
              <a:rPr lang="en-US"/>
              <a:t>It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’</a:t>
            </a:r>
            <a:r>
              <a:rPr lang="en-US"/>
              <a:t>s called 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“</a:t>
            </a:r>
            <a:r>
              <a:rPr lang="en-US"/>
              <a:t>lazy</a:t>
            </a:r>
            <a:r>
              <a:rPr lang="en-US" sz="50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/>
              <a:t>learner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” </a:t>
            </a:r>
            <a:r>
              <a:rPr lang="en-US"/>
              <a:t>because it doesn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’</a:t>
            </a:r>
            <a:r>
              <a:rPr lang="en-US"/>
              <a:t>t learn a model during training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.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  <a:p>
            <a:pPr indent="102870" lvl="0" marL="12700" marR="5080" rtl="0" algn="l">
              <a:lnSpc>
                <a:spcPct val="99500"/>
              </a:lnSpc>
              <a:spcBef>
                <a:spcPts val="3460"/>
              </a:spcBef>
              <a:spcAft>
                <a:spcPts val="0"/>
              </a:spcAft>
              <a:buNone/>
            </a:pPr>
            <a:r>
              <a:rPr lang="en-US"/>
              <a:t>It stores the training data and only works when you give it new</a:t>
            </a:r>
            <a:r>
              <a:rPr lang="en-US" sz="50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/>
              <a:t>data to predict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.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43" y="6526883"/>
            <a:ext cx="3895920" cy="3760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661021" cy="352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12" y="7136350"/>
            <a:ext cx="3104119" cy="3150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>
            <a:off x="13638270" y="722567"/>
            <a:ext cx="3095553" cy="2609516"/>
            <a:chOff x="13120220" y="722567"/>
            <a:chExt cx="3095553" cy="2609516"/>
          </a:xfrm>
        </p:grpSpPr>
        <p:sp>
          <p:nvSpPr>
            <p:cNvPr id="101" name="Google Shape;101;p3"/>
            <p:cNvSpPr/>
            <p:nvPr/>
          </p:nvSpPr>
          <p:spPr>
            <a:xfrm>
              <a:off x="13709377" y="729114"/>
              <a:ext cx="4445" cy="14604"/>
            </a:xfrm>
            <a:custGeom>
              <a:rect b="b" l="l" r="r" t="t"/>
              <a:pathLst>
                <a:path extrusionOk="0" h="14604" w="4444">
                  <a:moveTo>
                    <a:pt x="3136" y="14115"/>
                  </a:moveTo>
                  <a:lnTo>
                    <a:pt x="2742" y="13882"/>
                  </a:lnTo>
                  <a:lnTo>
                    <a:pt x="2652" y="13505"/>
                  </a:lnTo>
                  <a:lnTo>
                    <a:pt x="1093" y="8035"/>
                  </a:lnTo>
                  <a:lnTo>
                    <a:pt x="215" y="3730"/>
                  </a:lnTo>
                  <a:lnTo>
                    <a:pt x="53" y="842"/>
                  </a:lnTo>
                  <a:lnTo>
                    <a:pt x="0" y="448"/>
                  </a:lnTo>
                  <a:lnTo>
                    <a:pt x="286" y="107"/>
                  </a:lnTo>
                  <a:lnTo>
                    <a:pt x="1075" y="0"/>
                  </a:lnTo>
                  <a:lnTo>
                    <a:pt x="1415" y="286"/>
                  </a:lnTo>
                  <a:lnTo>
                    <a:pt x="1971" y="3533"/>
                  </a:lnTo>
                  <a:lnTo>
                    <a:pt x="2814" y="7604"/>
                  </a:lnTo>
                  <a:lnTo>
                    <a:pt x="4122" y="13541"/>
                  </a:lnTo>
                  <a:lnTo>
                    <a:pt x="3889" y="13936"/>
                  </a:lnTo>
                  <a:lnTo>
                    <a:pt x="3136" y="14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120220" y="722567"/>
              <a:ext cx="3095553" cy="260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3"/>
          <p:cNvSpPr/>
          <p:nvPr/>
        </p:nvSpPr>
        <p:spPr>
          <a:xfrm>
            <a:off x="13329603" y="4255922"/>
            <a:ext cx="1007110" cy="2294890"/>
          </a:xfrm>
          <a:custGeom>
            <a:rect b="b" l="l" r="r" t="t"/>
            <a:pathLst>
              <a:path extrusionOk="0" h="2294890" w="1007109">
                <a:moveTo>
                  <a:pt x="688530" y="185178"/>
                </a:moveTo>
                <a:lnTo>
                  <a:pt x="681913" y="135953"/>
                </a:lnTo>
                <a:lnTo>
                  <a:pt x="663257" y="91719"/>
                </a:lnTo>
                <a:lnTo>
                  <a:pt x="634314" y="54241"/>
                </a:lnTo>
                <a:lnTo>
                  <a:pt x="596849" y="25285"/>
                </a:lnTo>
                <a:lnTo>
                  <a:pt x="552627" y="6616"/>
                </a:lnTo>
                <a:lnTo>
                  <a:pt x="503415" y="0"/>
                </a:lnTo>
                <a:lnTo>
                  <a:pt x="454202" y="6616"/>
                </a:lnTo>
                <a:lnTo>
                  <a:pt x="409981" y="25285"/>
                </a:lnTo>
                <a:lnTo>
                  <a:pt x="372516" y="54241"/>
                </a:lnTo>
                <a:lnTo>
                  <a:pt x="343573" y="91719"/>
                </a:lnTo>
                <a:lnTo>
                  <a:pt x="324916" y="135953"/>
                </a:lnTo>
                <a:lnTo>
                  <a:pt x="318300" y="185178"/>
                </a:lnTo>
                <a:lnTo>
                  <a:pt x="324916" y="234416"/>
                </a:lnTo>
                <a:lnTo>
                  <a:pt x="343573" y="278650"/>
                </a:lnTo>
                <a:lnTo>
                  <a:pt x="372516" y="316128"/>
                </a:lnTo>
                <a:lnTo>
                  <a:pt x="409981" y="345084"/>
                </a:lnTo>
                <a:lnTo>
                  <a:pt x="454202" y="363753"/>
                </a:lnTo>
                <a:lnTo>
                  <a:pt x="503415" y="370370"/>
                </a:lnTo>
                <a:lnTo>
                  <a:pt x="552627" y="363753"/>
                </a:lnTo>
                <a:lnTo>
                  <a:pt x="596849" y="345084"/>
                </a:lnTo>
                <a:lnTo>
                  <a:pt x="634314" y="316128"/>
                </a:lnTo>
                <a:lnTo>
                  <a:pt x="663257" y="278650"/>
                </a:lnTo>
                <a:lnTo>
                  <a:pt x="681913" y="234416"/>
                </a:lnTo>
                <a:lnTo>
                  <a:pt x="688530" y="185178"/>
                </a:lnTo>
                <a:close/>
              </a:path>
              <a:path extrusionOk="0" h="2294890" w="1007109">
                <a:moveTo>
                  <a:pt x="1006830" y="1223162"/>
                </a:moveTo>
                <a:lnTo>
                  <a:pt x="804633" y="512533"/>
                </a:lnTo>
                <a:lnTo>
                  <a:pt x="783564" y="468223"/>
                </a:lnTo>
                <a:lnTo>
                  <a:pt x="750354" y="433755"/>
                </a:lnTo>
                <a:lnTo>
                  <a:pt x="708025" y="411391"/>
                </a:lnTo>
                <a:lnTo>
                  <a:pt x="659638" y="403428"/>
                </a:lnTo>
                <a:lnTo>
                  <a:pt x="347205" y="403428"/>
                </a:lnTo>
                <a:lnTo>
                  <a:pt x="298805" y="411391"/>
                </a:lnTo>
                <a:lnTo>
                  <a:pt x="256489" y="433755"/>
                </a:lnTo>
                <a:lnTo>
                  <a:pt x="223278" y="468223"/>
                </a:lnTo>
                <a:lnTo>
                  <a:pt x="202209" y="512533"/>
                </a:lnTo>
                <a:lnTo>
                  <a:pt x="3733" y="1200124"/>
                </a:lnTo>
                <a:lnTo>
                  <a:pt x="0" y="1223162"/>
                </a:lnTo>
                <a:lnTo>
                  <a:pt x="342" y="1234808"/>
                </a:lnTo>
                <a:lnTo>
                  <a:pt x="17843" y="1277645"/>
                </a:lnTo>
                <a:lnTo>
                  <a:pt x="72428" y="1301597"/>
                </a:lnTo>
                <a:lnTo>
                  <a:pt x="95859" y="1296416"/>
                </a:lnTo>
                <a:lnTo>
                  <a:pt x="131927" y="1261414"/>
                </a:lnTo>
                <a:lnTo>
                  <a:pt x="280187" y="797369"/>
                </a:lnTo>
                <a:lnTo>
                  <a:pt x="291566" y="798931"/>
                </a:lnTo>
                <a:lnTo>
                  <a:pt x="299796" y="1074039"/>
                </a:lnTo>
                <a:lnTo>
                  <a:pt x="147345" y="2218461"/>
                </a:lnTo>
                <a:lnTo>
                  <a:pt x="149783" y="2247481"/>
                </a:lnTo>
                <a:lnTo>
                  <a:pt x="163461" y="2271852"/>
                </a:lnTo>
                <a:lnTo>
                  <a:pt x="185813" y="2288641"/>
                </a:lnTo>
                <a:lnTo>
                  <a:pt x="214249" y="2294890"/>
                </a:lnTo>
                <a:lnTo>
                  <a:pt x="307695" y="2294890"/>
                </a:lnTo>
                <a:lnTo>
                  <a:pt x="352336" y="2278011"/>
                </a:lnTo>
                <a:lnTo>
                  <a:pt x="374650" y="2235809"/>
                </a:lnTo>
                <a:lnTo>
                  <a:pt x="503415" y="1211605"/>
                </a:lnTo>
                <a:lnTo>
                  <a:pt x="632167" y="2235809"/>
                </a:lnTo>
                <a:lnTo>
                  <a:pt x="639635" y="2259279"/>
                </a:lnTo>
                <a:lnTo>
                  <a:pt x="654481" y="2278011"/>
                </a:lnTo>
                <a:lnTo>
                  <a:pt x="674916" y="2290407"/>
                </a:lnTo>
                <a:lnTo>
                  <a:pt x="699147" y="2294890"/>
                </a:lnTo>
                <a:lnTo>
                  <a:pt x="792594" y="2294890"/>
                </a:lnTo>
                <a:lnTo>
                  <a:pt x="821016" y="2288641"/>
                </a:lnTo>
                <a:lnTo>
                  <a:pt x="843368" y="2271852"/>
                </a:lnTo>
                <a:lnTo>
                  <a:pt x="857046" y="2247481"/>
                </a:lnTo>
                <a:lnTo>
                  <a:pt x="859485" y="2218461"/>
                </a:lnTo>
                <a:lnTo>
                  <a:pt x="707034" y="1074039"/>
                </a:lnTo>
                <a:lnTo>
                  <a:pt x="715276" y="798931"/>
                </a:lnTo>
                <a:lnTo>
                  <a:pt x="726630" y="797369"/>
                </a:lnTo>
                <a:lnTo>
                  <a:pt x="869251" y="1249959"/>
                </a:lnTo>
                <a:lnTo>
                  <a:pt x="871715" y="1255890"/>
                </a:lnTo>
                <a:lnTo>
                  <a:pt x="874903" y="1261414"/>
                </a:lnTo>
                <a:lnTo>
                  <a:pt x="890993" y="1282573"/>
                </a:lnTo>
                <a:lnTo>
                  <a:pt x="910971" y="1296416"/>
                </a:lnTo>
                <a:lnTo>
                  <a:pt x="934402" y="1301597"/>
                </a:lnTo>
                <a:lnTo>
                  <a:pt x="960907" y="1296746"/>
                </a:lnTo>
                <a:lnTo>
                  <a:pt x="998423" y="1263421"/>
                </a:lnTo>
                <a:lnTo>
                  <a:pt x="1006487" y="1234808"/>
                </a:lnTo>
                <a:lnTo>
                  <a:pt x="1006830" y="12231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0799446" y="2606888"/>
            <a:ext cx="784225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Yes</a:t>
            </a:r>
            <a:endParaRPr sz="34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3"/>
          <p:cNvSpPr txBox="1"/>
          <p:nvPr>
            <p:ph type="title"/>
          </p:nvPr>
        </p:nvSpPr>
        <p:spPr>
          <a:xfrm>
            <a:off x="5409569" y="202086"/>
            <a:ext cx="66435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4776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50"/>
              <a:t>EXAMPLE</a:t>
            </a:r>
            <a:endParaRPr sz="6450"/>
          </a:p>
        </p:txBody>
      </p:sp>
      <p:sp>
        <p:nvSpPr>
          <p:cNvPr id="106" name="Google Shape;106;p3"/>
          <p:cNvSpPr/>
          <p:nvPr/>
        </p:nvSpPr>
        <p:spPr>
          <a:xfrm>
            <a:off x="15946552" y="4342967"/>
            <a:ext cx="902969" cy="2057400"/>
          </a:xfrm>
          <a:custGeom>
            <a:rect b="b" l="l" r="r" t="t"/>
            <a:pathLst>
              <a:path extrusionOk="0" h="2057400" w="902969">
                <a:moveTo>
                  <a:pt x="617067" y="165976"/>
                </a:moveTo>
                <a:lnTo>
                  <a:pt x="611136" y="121843"/>
                </a:lnTo>
                <a:lnTo>
                  <a:pt x="594423" y="82207"/>
                </a:lnTo>
                <a:lnTo>
                  <a:pt x="568477" y="48615"/>
                </a:lnTo>
                <a:lnTo>
                  <a:pt x="534898" y="22656"/>
                </a:lnTo>
                <a:lnTo>
                  <a:pt x="495274" y="5930"/>
                </a:lnTo>
                <a:lnTo>
                  <a:pt x="451167" y="0"/>
                </a:lnTo>
                <a:lnTo>
                  <a:pt x="407060" y="5930"/>
                </a:lnTo>
                <a:lnTo>
                  <a:pt x="367436" y="22656"/>
                </a:lnTo>
                <a:lnTo>
                  <a:pt x="333857" y="48615"/>
                </a:lnTo>
                <a:lnTo>
                  <a:pt x="307911" y="82207"/>
                </a:lnTo>
                <a:lnTo>
                  <a:pt x="291185" y="121843"/>
                </a:lnTo>
                <a:lnTo>
                  <a:pt x="285267" y="165976"/>
                </a:lnTo>
                <a:lnTo>
                  <a:pt x="291185" y="210096"/>
                </a:lnTo>
                <a:lnTo>
                  <a:pt x="307911" y="249745"/>
                </a:lnTo>
                <a:lnTo>
                  <a:pt x="333857" y="283337"/>
                </a:lnTo>
                <a:lnTo>
                  <a:pt x="367436" y="309283"/>
                </a:lnTo>
                <a:lnTo>
                  <a:pt x="407060" y="326021"/>
                </a:lnTo>
                <a:lnTo>
                  <a:pt x="451167" y="331939"/>
                </a:lnTo>
                <a:lnTo>
                  <a:pt x="495274" y="326021"/>
                </a:lnTo>
                <a:lnTo>
                  <a:pt x="534898" y="309283"/>
                </a:lnTo>
                <a:lnTo>
                  <a:pt x="568477" y="283337"/>
                </a:lnTo>
                <a:lnTo>
                  <a:pt x="594423" y="249745"/>
                </a:lnTo>
                <a:lnTo>
                  <a:pt x="611136" y="210096"/>
                </a:lnTo>
                <a:lnTo>
                  <a:pt x="617067" y="165976"/>
                </a:lnTo>
                <a:close/>
              </a:path>
              <a:path extrusionOk="0" h="2057400" w="902969">
                <a:moveTo>
                  <a:pt x="902347" y="1096276"/>
                </a:moveTo>
                <a:lnTo>
                  <a:pt x="721118" y="459371"/>
                </a:lnTo>
                <a:lnTo>
                  <a:pt x="702246" y="419658"/>
                </a:lnTo>
                <a:lnTo>
                  <a:pt x="672477" y="388759"/>
                </a:lnTo>
                <a:lnTo>
                  <a:pt x="634542" y="368719"/>
                </a:lnTo>
                <a:lnTo>
                  <a:pt x="591172" y="361581"/>
                </a:lnTo>
                <a:lnTo>
                  <a:pt x="311162" y="361581"/>
                </a:lnTo>
                <a:lnTo>
                  <a:pt x="267792" y="368719"/>
                </a:lnTo>
                <a:lnTo>
                  <a:pt x="229857" y="388759"/>
                </a:lnTo>
                <a:lnTo>
                  <a:pt x="200101" y="419658"/>
                </a:lnTo>
                <a:lnTo>
                  <a:pt x="181216" y="459371"/>
                </a:lnTo>
                <a:lnTo>
                  <a:pt x="3340" y="1075626"/>
                </a:lnTo>
                <a:lnTo>
                  <a:pt x="0" y="1096276"/>
                </a:lnTo>
                <a:lnTo>
                  <a:pt x="304" y="1106716"/>
                </a:lnTo>
                <a:lnTo>
                  <a:pt x="15989" y="1145108"/>
                </a:lnTo>
                <a:lnTo>
                  <a:pt x="64897" y="1166571"/>
                </a:lnTo>
                <a:lnTo>
                  <a:pt x="85902" y="1161935"/>
                </a:lnTo>
                <a:lnTo>
                  <a:pt x="118237" y="1130554"/>
                </a:lnTo>
                <a:lnTo>
                  <a:pt x="251104" y="714654"/>
                </a:lnTo>
                <a:lnTo>
                  <a:pt x="261302" y="716051"/>
                </a:lnTo>
                <a:lnTo>
                  <a:pt x="268681" y="962621"/>
                </a:lnTo>
                <a:lnTo>
                  <a:pt x="132054" y="1988337"/>
                </a:lnTo>
                <a:lnTo>
                  <a:pt x="134239" y="2014347"/>
                </a:lnTo>
                <a:lnTo>
                  <a:pt x="146494" y="2036191"/>
                </a:lnTo>
                <a:lnTo>
                  <a:pt x="166522" y="2051227"/>
                </a:lnTo>
                <a:lnTo>
                  <a:pt x="191998" y="2056828"/>
                </a:lnTo>
                <a:lnTo>
                  <a:pt x="275755" y="2056828"/>
                </a:lnTo>
                <a:lnTo>
                  <a:pt x="315772" y="2041702"/>
                </a:lnTo>
                <a:lnTo>
                  <a:pt x="335762" y="2003882"/>
                </a:lnTo>
                <a:lnTo>
                  <a:pt x="451167" y="1085913"/>
                </a:lnTo>
                <a:lnTo>
                  <a:pt x="566559" y="2003882"/>
                </a:lnTo>
                <a:lnTo>
                  <a:pt x="573252" y="2024913"/>
                </a:lnTo>
                <a:lnTo>
                  <a:pt x="586562" y="2041702"/>
                </a:lnTo>
                <a:lnTo>
                  <a:pt x="604875" y="2052815"/>
                </a:lnTo>
                <a:lnTo>
                  <a:pt x="626579" y="2056828"/>
                </a:lnTo>
                <a:lnTo>
                  <a:pt x="710336" y="2056828"/>
                </a:lnTo>
                <a:lnTo>
                  <a:pt x="735812" y="2051227"/>
                </a:lnTo>
                <a:lnTo>
                  <a:pt x="755840" y="2036191"/>
                </a:lnTo>
                <a:lnTo>
                  <a:pt x="768096" y="2014347"/>
                </a:lnTo>
                <a:lnTo>
                  <a:pt x="770293" y="1988337"/>
                </a:lnTo>
                <a:lnTo>
                  <a:pt x="633666" y="962621"/>
                </a:lnTo>
                <a:lnTo>
                  <a:pt x="641032" y="716051"/>
                </a:lnTo>
                <a:lnTo>
                  <a:pt x="651217" y="714654"/>
                </a:lnTo>
                <a:lnTo>
                  <a:pt x="779043" y="1120292"/>
                </a:lnTo>
                <a:lnTo>
                  <a:pt x="781240" y="1125613"/>
                </a:lnTo>
                <a:lnTo>
                  <a:pt x="784110" y="1130554"/>
                </a:lnTo>
                <a:lnTo>
                  <a:pt x="798525" y="1149527"/>
                </a:lnTo>
                <a:lnTo>
                  <a:pt x="816419" y="1161935"/>
                </a:lnTo>
                <a:lnTo>
                  <a:pt x="837425" y="1166571"/>
                </a:lnTo>
                <a:lnTo>
                  <a:pt x="861174" y="1162227"/>
                </a:lnTo>
                <a:lnTo>
                  <a:pt x="894803" y="1132357"/>
                </a:lnTo>
                <a:lnTo>
                  <a:pt x="902030" y="1106716"/>
                </a:lnTo>
                <a:lnTo>
                  <a:pt x="902347" y="10962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1620932" y="1474012"/>
            <a:ext cx="1054735" cy="2390140"/>
          </a:xfrm>
          <a:custGeom>
            <a:rect b="b" l="l" r="r" t="t"/>
            <a:pathLst>
              <a:path extrusionOk="0" h="2390140" w="1054734">
                <a:moveTo>
                  <a:pt x="720991" y="192874"/>
                </a:moveTo>
                <a:lnTo>
                  <a:pt x="715873" y="148653"/>
                </a:lnTo>
                <a:lnTo>
                  <a:pt x="701294" y="108051"/>
                </a:lnTo>
                <a:lnTo>
                  <a:pt x="678408" y="72237"/>
                </a:lnTo>
                <a:lnTo>
                  <a:pt x="648398" y="42379"/>
                </a:lnTo>
                <a:lnTo>
                  <a:pt x="612406" y="19608"/>
                </a:lnTo>
                <a:lnTo>
                  <a:pt x="571601" y="5092"/>
                </a:lnTo>
                <a:lnTo>
                  <a:pt x="527151" y="0"/>
                </a:lnTo>
                <a:lnTo>
                  <a:pt x="482701" y="5092"/>
                </a:lnTo>
                <a:lnTo>
                  <a:pt x="441909" y="19608"/>
                </a:lnTo>
                <a:lnTo>
                  <a:pt x="405917" y="42379"/>
                </a:lnTo>
                <a:lnTo>
                  <a:pt x="375894" y="72237"/>
                </a:lnTo>
                <a:lnTo>
                  <a:pt x="353009" y="108051"/>
                </a:lnTo>
                <a:lnTo>
                  <a:pt x="338429" y="148653"/>
                </a:lnTo>
                <a:lnTo>
                  <a:pt x="333311" y="192874"/>
                </a:lnTo>
                <a:lnTo>
                  <a:pt x="338429" y="237096"/>
                </a:lnTo>
                <a:lnTo>
                  <a:pt x="353009" y="277685"/>
                </a:lnTo>
                <a:lnTo>
                  <a:pt x="375894" y="313499"/>
                </a:lnTo>
                <a:lnTo>
                  <a:pt x="405917" y="343369"/>
                </a:lnTo>
                <a:lnTo>
                  <a:pt x="441909" y="366128"/>
                </a:lnTo>
                <a:lnTo>
                  <a:pt x="482701" y="380644"/>
                </a:lnTo>
                <a:lnTo>
                  <a:pt x="527151" y="385737"/>
                </a:lnTo>
                <a:lnTo>
                  <a:pt x="571601" y="380644"/>
                </a:lnTo>
                <a:lnTo>
                  <a:pt x="612406" y="366128"/>
                </a:lnTo>
                <a:lnTo>
                  <a:pt x="648398" y="343369"/>
                </a:lnTo>
                <a:lnTo>
                  <a:pt x="678408" y="313499"/>
                </a:lnTo>
                <a:lnTo>
                  <a:pt x="701294" y="277685"/>
                </a:lnTo>
                <a:lnTo>
                  <a:pt x="715873" y="237096"/>
                </a:lnTo>
                <a:lnTo>
                  <a:pt x="720991" y="192874"/>
                </a:lnTo>
                <a:close/>
              </a:path>
              <a:path extrusionOk="0" h="2390140" w="1054734">
                <a:moveTo>
                  <a:pt x="1054315" y="1273911"/>
                </a:moveTo>
                <a:lnTo>
                  <a:pt x="842581" y="533806"/>
                </a:lnTo>
                <a:lnTo>
                  <a:pt x="820521" y="487654"/>
                </a:lnTo>
                <a:lnTo>
                  <a:pt x="785736" y="451751"/>
                </a:lnTo>
                <a:lnTo>
                  <a:pt x="741426" y="428472"/>
                </a:lnTo>
                <a:lnTo>
                  <a:pt x="690740" y="420179"/>
                </a:lnTo>
                <a:lnTo>
                  <a:pt x="363575" y="420179"/>
                </a:lnTo>
                <a:lnTo>
                  <a:pt x="312889" y="428472"/>
                </a:lnTo>
                <a:lnTo>
                  <a:pt x="268579" y="451751"/>
                </a:lnTo>
                <a:lnTo>
                  <a:pt x="233794" y="487654"/>
                </a:lnTo>
                <a:lnTo>
                  <a:pt x="211734" y="533806"/>
                </a:lnTo>
                <a:lnTo>
                  <a:pt x="3898" y="1249921"/>
                </a:lnTo>
                <a:lnTo>
                  <a:pt x="0" y="1273911"/>
                </a:lnTo>
                <a:lnTo>
                  <a:pt x="355" y="1286052"/>
                </a:lnTo>
                <a:lnTo>
                  <a:pt x="18681" y="1330655"/>
                </a:lnTo>
                <a:lnTo>
                  <a:pt x="75831" y="1355610"/>
                </a:lnTo>
                <a:lnTo>
                  <a:pt x="100368" y="1350213"/>
                </a:lnTo>
                <a:lnTo>
                  <a:pt x="138150" y="1313751"/>
                </a:lnTo>
                <a:lnTo>
                  <a:pt x="293395" y="830453"/>
                </a:lnTo>
                <a:lnTo>
                  <a:pt x="305320" y="832091"/>
                </a:lnTo>
                <a:lnTo>
                  <a:pt x="313931" y="1118616"/>
                </a:lnTo>
                <a:lnTo>
                  <a:pt x="154292" y="2310523"/>
                </a:lnTo>
                <a:lnTo>
                  <a:pt x="156845" y="2340737"/>
                </a:lnTo>
                <a:lnTo>
                  <a:pt x="171170" y="2366124"/>
                </a:lnTo>
                <a:lnTo>
                  <a:pt x="194576" y="2383612"/>
                </a:lnTo>
                <a:lnTo>
                  <a:pt x="224345" y="2390114"/>
                </a:lnTo>
                <a:lnTo>
                  <a:pt x="322199" y="2390114"/>
                </a:lnTo>
                <a:lnTo>
                  <a:pt x="368947" y="2372537"/>
                </a:lnTo>
                <a:lnTo>
                  <a:pt x="392315" y="2328583"/>
                </a:lnTo>
                <a:lnTo>
                  <a:pt x="527151" y="1261884"/>
                </a:lnTo>
                <a:lnTo>
                  <a:pt x="661974" y="2328583"/>
                </a:lnTo>
                <a:lnTo>
                  <a:pt x="669798" y="2353030"/>
                </a:lnTo>
                <a:lnTo>
                  <a:pt x="685342" y="2372537"/>
                </a:lnTo>
                <a:lnTo>
                  <a:pt x="706742" y="2385453"/>
                </a:lnTo>
                <a:lnTo>
                  <a:pt x="732116" y="2390114"/>
                </a:lnTo>
                <a:lnTo>
                  <a:pt x="829970" y="2390114"/>
                </a:lnTo>
                <a:lnTo>
                  <a:pt x="859739" y="2383612"/>
                </a:lnTo>
                <a:lnTo>
                  <a:pt x="883132" y="2366124"/>
                </a:lnTo>
                <a:lnTo>
                  <a:pt x="897470" y="2340737"/>
                </a:lnTo>
                <a:lnTo>
                  <a:pt x="900023" y="2310523"/>
                </a:lnTo>
                <a:lnTo>
                  <a:pt x="740384" y="1118616"/>
                </a:lnTo>
                <a:lnTo>
                  <a:pt x="749007" y="832091"/>
                </a:lnTo>
                <a:lnTo>
                  <a:pt x="760907" y="830453"/>
                </a:lnTo>
                <a:lnTo>
                  <a:pt x="910247" y="1301826"/>
                </a:lnTo>
                <a:lnTo>
                  <a:pt x="912825" y="1308011"/>
                </a:lnTo>
                <a:lnTo>
                  <a:pt x="916165" y="1313751"/>
                </a:lnTo>
                <a:lnTo>
                  <a:pt x="933018" y="1335798"/>
                </a:lnTo>
                <a:lnTo>
                  <a:pt x="953922" y="1350213"/>
                </a:lnTo>
                <a:lnTo>
                  <a:pt x="978471" y="1355610"/>
                </a:lnTo>
                <a:lnTo>
                  <a:pt x="1006221" y="1350556"/>
                </a:lnTo>
                <a:lnTo>
                  <a:pt x="1045502" y="1315847"/>
                </a:lnTo>
                <a:lnTo>
                  <a:pt x="1053947" y="1286052"/>
                </a:lnTo>
                <a:lnTo>
                  <a:pt x="1054315" y="12739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2593096" y="5307276"/>
            <a:ext cx="612775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 sz="34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5172601" y="5307276"/>
            <a:ext cx="784225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Yes</a:t>
            </a:r>
            <a:endParaRPr sz="34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287534" y="1225016"/>
            <a:ext cx="1054735" cy="2390140"/>
          </a:xfrm>
          <a:custGeom>
            <a:rect b="b" l="l" r="r" t="t"/>
            <a:pathLst>
              <a:path extrusionOk="0" h="2390140" w="1054735">
                <a:moveTo>
                  <a:pt x="721004" y="192862"/>
                </a:moveTo>
                <a:lnTo>
                  <a:pt x="715886" y="148640"/>
                </a:lnTo>
                <a:lnTo>
                  <a:pt x="701294" y="108051"/>
                </a:lnTo>
                <a:lnTo>
                  <a:pt x="678421" y="72237"/>
                </a:lnTo>
                <a:lnTo>
                  <a:pt x="648398" y="42367"/>
                </a:lnTo>
                <a:lnTo>
                  <a:pt x="612406" y="19608"/>
                </a:lnTo>
                <a:lnTo>
                  <a:pt x="571601" y="5092"/>
                </a:lnTo>
                <a:lnTo>
                  <a:pt x="527164" y="0"/>
                </a:lnTo>
                <a:lnTo>
                  <a:pt x="482714" y="5092"/>
                </a:lnTo>
                <a:lnTo>
                  <a:pt x="441909" y="19608"/>
                </a:lnTo>
                <a:lnTo>
                  <a:pt x="405917" y="42367"/>
                </a:lnTo>
                <a:lnTo>
                  <a:pt x="375894" y="72237"/>
                </a:lnTo>
                <a:lnTo>
                  <a:pt x="353021" y="108051"/>
                </a:lnTo>
                <a:lnTo>
                  <a:pt x="338429" y="148640"/>
                </a:lnTo>
                <a:lnTo>
                  <a:pt x="333311" y="192862"/>
                </a:lnTo>
                <a:lnTo>
                  <a:pt x="338429" y="237096"/>
                </a:lnTo>
                <a:lnTo>
                  <a:pt x="353021" y="277685"/>
                </a:lnTo>
                <a:lnTo>
                  <a:pt x="375894" y="313499"/>
                </a:lnTo>
                <a:lnTo>
                  <a:pt x="405917" y="343357"/>
                </a:lnTo>
                <a:lnTo>
                  <a:pt x="441909" y="366128"/>
                </a:lnTo>
                <a:lnTo>
                  <a:pt x="482714" y="380644"/>
                </a:lnTo>
                <a:lnTo>
                  <a:pt x="527164" y="385737"/>
                </a:lnTo>
                <a:lnTo>
                  <a:pt x="571601" y="380644"/>
                </a:lnTo>
                <a:lnTo>
                  <a:pt x="612406" y="366128"/>
                </a:lnTo>
                <a:lnTo>
                  <a:pt x="648398" y="343357"/>
                </a:lnTo>
                <a:lnTo>
                  <a:pt x="678421" y="313499"/>
                </a:lnTo>
                <a:lnTo>
                  <a:pt x="701294" y="277685"/>
                </a:lnTo>
                <a:lnTo>
                  <a:pt x="715886" y="237096"/>
                </a:lnTo>
                <a:lnTo>
                  <a:pt x="721004" y="192862"/>
                </a:lnTo>
                <a:close/>
              </a:path>
              <a:path extrusionOk="0" h="2390140" w="1054735">
                <a:moveTo>
                  <a:pt x="1054315" y="1273911"/>
                </a:moveTo>
                <a:lnTo>
                  <a:pt x="842581" y="533806"/>
                </a:lnTo>
                <a:lnTo>
                  <a:pt x="820521" y="487654"/>
                </a:lnTo>
                <a:lnTo>
                  <a:pt x="785749" y="451751"/>
                </a:lnTo>
                <a:lnTo>
                  <a:pt x="741426" y="428459"/>
                </a:lnTo>
                <a:lnTo>
                  <a:pt x="690740" y="420179"/>
                </a:lnTo>
                <a:lnTo>
                  <a:pt x="363575" y="420179"/>
                </a:lnTo>
                <a:lnTo>
                  <a:pt x="312902" y="428459"/>
                </a:lnTo>
                <a:lnTo>
                  <a:pt x="268579" y="451751"/>
                </a:lnTo>
                <a:lnTo>
                  <a:pt x="233807" y="487654"/>
                </a:lnTo>
                <a:lnTo>
                  <a:pt x="211747" y="533806"/>
                </a:lnTo>
                <a:lnTo>
                  <a:pt x="3911" y="1249921"/>
                </a:lnTo>
                <a:lnTo>
                  <a:pt x="0" y="1273911"/>
                </a:lnTo>
                <a:lnTo>
                  <a:pt x="355" y="1286040"/>
                </a:lnTo>
                <a:lnTo>
                  <a:pt x="18681" y="1330655"/>
                </a:lnTo>
                <a:lnTo>
                  <a:pt x="75844" y="1355610"/>
                </a:lnTo>
                <a:lnTo>
                  <a:pt x="100380" y="1350213"/>
                </a:lnTo>
                <a:lnTo>
                  <a:pt x="138150" y="1313751"/>
                </a:lnTo>
                <a:lnTo>
                  <a:pt x="293395" y="830453"/>
                </a:lnTo>
                <a:lnTo>
                  <a:pt x="305320" y="832091"/>
                </a:lnTo>
                <a:lnTo>
                  <a:pt x="313944" y="1118603"/>
                </a:lnTo>
                <a:lnTo>
                  <a:pt x="154292" y="2310523"/>
                </a:lnTo>
                <a:lnTo>
                  <a:pt x="156845" y="2340737"/>
                </a:lnTo>
                <a:lnTo>
                  <a:pt x="171170" y="2366124"/>
                </a:lnTo>
                <a:lnTo>
                  <a:pt x="194576" y="2383612"/>
                </a:lnTo>
                <a:lnTo>
                  <a:pt x="224345" y="2390114"/>
                </a:lnTo>
                <a:lnTo>
                  <a:pt x="322211" y="2390114"/>
                </a:lnTo>
                <a:lnTo>
                  <a:pt x="368960" y="2372537"/>
                </a:lnTo>
                <a:lnTo>
                  <a:pt x="392328" y="2328583"/>
                </a:lnTo>
                <a:lnTo>
                  <a:pt x="527151" y="1261884"/>
                </a:lnTo>
                <a:lnTo>
                  <a:pt x="661987" y="2328583"/>
                </a:lnTo>
                <a:lnTo>
                  <a:pt x="669798" y="2353030"/>
                </a:lnTo>
                <a:lnTo>
                  <a:pt x="685355" y="2372537"/>
                </a:lnTo>
                <a:lnTo>
                  <a:pt x="706755" y="2385441"/>
                </a:lnTo>
                <a:lnTo>
                  <a:pt x="732116" y="2390114"/>
                </a:lnTo>
                <a:lnTo>
                  <a:pt x="829983" y="2390114"/>
                </a:lnTo>
                <a:lnTo>
                  <a:pt x="859751" y="2383612"/>
                </a:lnTo>
                <a:lnTo>
                  <a:pt x="883145" y="2366124"/>
                </a:lnTo>
                <a:lnTo>
                  <a:pt x="897470" y="2340737"/>
                </a:lnTo>
                <a:lnTo>
                  <a:pt x="900036" y="2310523"/>
                </a:lnTo>
                <a:lnTo>
                  <a:pt x="740384" y="1118603"/>
                </a:lnTo>
                <a:lnTo>
                  <a:pt x="749007" y="832091"/>
                </a:lnTo>
                <a:lnTo>
                  <a:pt x="760907" y="830453"/>
                </a:lnTo>
                <a:lnTo>
                  <a:pt x="910259" y="1301826"/>
                </a:lnTo>
                <a:lnTo>
                  <a:pt x="912825" y="1308011"/>
                </a:lnTo>
                <a:lnTo>
                  <a:pt x="916178" y="1313751"/>
                </a:lnTo>
                <a:lnTo>
                  <a:pt x="933018" y="1335798"/>
                </a:lnTo>
                <a:lnTo>
                  <a:pt x="953935" y="1350213"/>
                </a:lnTo>
                <a:lnTo>
                  <a:pt x="978484" y="1355610"/>
                </a:lnTo>
                <a:lnTo>
                  <a:pt x="1006221" y="1350556"/>
                </a:lnTo>
                <a:lnTo>
                  <a:pt x="1045514" y="1315847"/>
                </a:lnTo>
                <a:lnTo>
                  <a:pt x="1053960" y="1286040"/>
                </a:lnTo>
                <a:lnTo>
                  <a:pt x="1054315" y="12739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244466" y="2606888"/>
            <a:ext cx="835660" cy="55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You</a:t>
            </a:r>
            <a:endParaRPr sz="34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937017" y="6816802"/>
            <a:ext cx="220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latin typeface="Arial Black"/>
                <a:ea typeface="Arial Black"/>
                <a:cs typeface="Arial Black"/>
                <a:sym typeface="Arial Black"/>
              </a:rPr>
              <a:t>That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3350">
                <a:latin typeface="Arial Black"/>
                <a:ea typeface="Arial Black"/>
                <a:cs typeface="Arial Black"/>
                <a:sym typeface="Arial Black"/>
              </a:rPr>
              <a:t>s KNN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!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937030" y="8182165"/>
            <a:ext cx="93192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0" lvl="0" marL="12700" marR="5080" rtl="0" algn="l">
              <a:lnSpc>
                <a:spcPct val="7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latin typeface="Arial Black"/>
                <a:ea typeface="Arial Black"/>
                <a:cs typeface="Arial Black"/>
                <a:sym typeface="Arial Black"/>
              </a:rPr>
              <a:t>It checks the 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3350">
                <a:latin typeface="Arial Black"/>
                <a:ea typeface="Arial Black"/>
                <a:cs typeface="Arial Black"/>
                <a:sym typeface="Arial Black"/>
              </a:rPr>
              <a:t>K nearest neighbors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" </a:t>
            </a:r>
            <a:r>
              <a:rPr lang="en-US" sz="3350">
                <a:latin typeface="Arial Black"/>
                <a:ea typeface="Arial Black"/>
                <a:cs typeface="Arial Black"/>
                <a:sym typeface="Arial Black"/>
              </a:rPr>
              <a:t>and predicts based on the majorit</a:t>
            </a:r>
            <a:r>
              <a:rPr lang="en-US" sz="4400">
                <a:latin typeface="Arial Black"/>
                <a:ea typeface="Arial Black"/>
                <a:cs typeface="Arial Black"/>
                <a:sym typeface="Arial Black"/>
              </a:rPr>
              <a:t>y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4832400" y="-69225"/>
            <a:ext cx="79689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43" y="6526883"/>
            <a:ext cx="3895920" cy="3760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6911" y="2588442"/>
            <a:ext cx="14811375" cy="510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2025-11-11T05:51:29Z</dcterms:created>
  <dc:creator>SkillEdge Coaching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2025-07-16T00:00:00Z</vt:filetime>
  </property>
  <property fmtid="{D5CDD505-2E9C-101B-9397-08002B2CF9AE}" pid="3" name="Creator">
    <vt:lpwstr>Canva (Renderer mixed)</vt:lpwstr>
  </property>
  <property fmtid="{D5CDD505-2E9C-101B-9397-08002B2CF9AE}" pid="4" name="LastSaved">
    <vt:filetime>2025-11-11T00:00:00Z</vt:filetime>
  </property>
  <property fmtid="{D5CDD505-2E9C-101B-9397-08002B2CF9AE}" pid="5" name="Producer">
    <vt:lpwstr>Canva (Renderer mixed)</vt:lpwstr>
  </property>
</Properties>
</file>